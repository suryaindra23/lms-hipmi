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7328980de9497f" /><Relationship Type="http://schemas.openxmlformats.org/officeDocument/2006/relationships/extended-properties" Target="/docProps/app.xml" Id="Rc0488af182394540" /><Relationship Type="http://schemas.openxmlformats.org/officeDocument/2006/relationships/officeDocument" Target="/ppt/presentation.xml" Id="R4ae92b47af54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a4fd29fec246bd"/>
  </p:sldMasterIdLst>
  <p:notesMasterIdLst>
    <p:notesMasterId xmlns:r="http://schemas.openxmlformats.org/officeDocument/2006/relationships" r:id="R15c78c4cb1e74977"/>
  </p:notesMasterIdLst>
  <p:sldIdLst>
    <p:sldId xmlns:r="http://schemas.openxmlformats.org/officeDocument/2006/relationships" id="256" r:id="Rb4b6e878e8ce4530"/>
    <p:sldId xmlns:r="http://schemas.openxmlformats.org/officeDocument/2006/relationships" id="257" r:id="R8ad97a150d4e45f3"/>
    <p:sldId xmlns:r="http://schemas.openxmlformats.org/officeDocument/2006/relationships" id="258" r:id="R83d95b67b6294591"/>
    <p:sldId xmlns:r="http://schemas.openxmlformats.org/officeDocument/2006/relationships" id="259" r:id="R9f4b699ce3e0456c"/>
    <p:sldId xmlns:r="http://schemas.openxmlformats.org/officeDocument/2006/relationships" id="260" r:id="R1f20b5735bdf4d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ea264e7914a72" /><Relationship Type="http://schemas.openxmlformats.org/officeDocument/2006/relationships/slideMaster" Target="/ppt/slideMasters/slideMaster1.xml" Id="Rc4a4fd29fec246bd" /><Relationship Type="http://schemas.openxmlformats.org/officeDocument/2006/relationships/notesMaster" Target="/ppt/notesMasters/notesMaster1.xml" Id="R15c78c4cb1e74977" /><Relationship Type="http://schemas.openxmlformats.org/officeDocument/2006/relationships/presProps" Target="/ppt/presProps.xml" Id="R35ae61c5eb6d4c4c" /><Relationship Type="http://schemas.openxmlformats.org/officeDocument/2006/relationships/tableStyles" Target="/ppt/tableStyles.xml" Id="R3baa0b594a8b4f2e" /><Relationship Type="http://schemas.openxmlformats.org/officeDocument/2006/relationships/slide" Target="/ppt/slides/slide1.xml" Id="Rb4b6e878e8ce4530" /><Relationship Type="http://schemas.openxmlformats.org/officeDocument/2006/relationships/slide" Target="/ppt/slides/slide2.xml" Id="R8ad97a150d4e45f3" /><Relationship Type="http://schemas.openxmlformats.org/officeDocument/2006/relationships/slide" Target="/ppt/slides/slide3.xml" Id="R83d95b67b6294591" /><Relationship Type="http://schemas.openxmlformats.org/officeDocument/2006/relationships/slide" Target="/ppt/slides/slide4.xml" Id="R9f4b699ce3e0456c" /><Relationship Type="http://schemas.openxmlformats.org/officeDocument/2006/relationships/slide" Target="/ppt/slides/slide5.xml" Id="R1f20b5735bdf4d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3edfc945a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bd5f08a3c4a3e" /><Relationship Type="http://schemas.openxmlformats.org/officeDocument/2006/relationships/notesMaster" Target="/ppt/notesMasters/notesMaster1.xml" Id="Re61b7744e9534b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8985a5ec784c06" /><Relationship Type="http://schemas.openxmlformats.org/officeDocument/2006/relationships/notesMaster" Target="/ppt/notesMasters/notesMaster1.xml" Id="Rb5510f1b1dbf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3efd3171d4003" /><Relationship Type="http://schemas.openxmlformats.org/officeDocument/2006/relationships/notesMaster" Target="/ppt/notesMasters/notesMaster1.xml" Id="R61a098381f324e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7c6d45bf5e4acf" /><Relationship Type="http://schemas.openxmlformats.org/officeDocument/2006/relationships/notesMaster" Target="/ppt/notesMasters/notesMaster1.xml" Id="R6c900a9628114d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7bc9b27c4343ef" /><Relationship Type="http://schemas.openxmlformats.org/officeDocument/2006/relationships/notesMaster" Target="/ppt/notesMasters/notesMaster1.xml" Id="Reee1d8add99f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47f5b673b4d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a8da32c084ff0" /><Relationship Type="http://schemas.openxmlformats.org/officeDocument/2006/relationships/slideLayout" Target="/ppt/slideLayouts/slideLayout1.xml" Id="Rab1af47100f0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1af47100f0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39e57cf214fa7" /><Relationship Type="http://schemas.openxmlformats.org/officeDocument/2006/relationships/notesSlide" Target="/ppt/notesSlides/notesSlide1.xml" Id="Rb2e6f9a9c6a2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7f67c6d8c4210" /><Relationship Type="http://schemas.openxmlformats.org/officeDocument/2006/relationships/notesSlide" Target="/ppt/notesSlides/notesSlide2.xml" Id="Rc4d7a23d48b7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6dbb71437422b" /><Relationship Type="http://schemas.openxmlformats.org/officeDocument/2006/relationships/notesSlide" Target="/ppt/notesSlides/notesSlide3.xml" Id="Rfed5719716da4f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1448440274fe4" /><Relationship Type="http://schemas.openxmlformats.org/officeDocument/2006/relationships/notesSlide" Target="/ppt/notesSlides/notesSlide4.xml" Id="R10d876551a5e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0013f8db044bb" /><Relationship Type="http://schemas.openxmlformats.org/officeDocument/2006/relationships/notesSlide" Target="/ppt/notesSlides/notesSlide5.xml" Id="R76b6a936e789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D3BDE-4643-4A52-A096-130B7ACF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690B-2883-4D50-8A26-54E4867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4F3F-F699-473C-A19A-D0A7B4E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528A0-32AC-49A4-B480-16E11912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82102-3A86-4AAD-A838-BCD39E9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Produk dan Penawaran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B24B1-5A8A-40E1-AB34-4F94D27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Menyusun produk, harga, dan penawaran yang mudah dipahami pelanggan.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A0142-42F2-4FFF-92A6-2489175F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40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3985D-FB4F-493D-8DA7-F751806D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FCFDC-447E-44F6-A0B9-B862368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077524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9243B-A7D3-43D0-BDB6-A5C2B96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9C728-9DC3-4F87-BE7C-0C4BD70A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B84F8-4371-4F05-BDC6-43D67DA0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C0FC7-7CB6-4C86-8E0B-97240784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A8487-5C14-45DC-927E-DCD2D1D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Menjelaskan manfaat produk dari sudut pandang pelanggan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72CD-FF53-4CBA-8134-98F9EA61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380C-DE99-496A-87DF-EDFDD8AC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Menghitung biaya dasar sebelum menentukan harga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FC3B5-5B22-466E-B542-B0E56CF0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1EFDA-DED5-4777-B8C1-70395ADD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Menyusun penawaran tanpa klaim berlebihan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54A7D-2EE9-482F-83FB-2389E0EB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39C0C-202B-418D-A51A-16546196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940830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30929-C629-40C1-BF54-49084EA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EA299-1669-4EA9-B918-235356B3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4F83-72B0-44B6-8598-908B7466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Manfaat produk dan struktur penawaran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D2F12-C7D1-4581-B7F5-2FE6018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Fitur dan manfaat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D198D-AFA1-4185-A027-B23BBDC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Fitur menjelaskan isi produk. Manfaat menjelaskan perubahan yang pelanggan dapatkan.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7FAA4-B56B-42BE-A9D0-3577672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Harga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D79EF-4D4A-4D41-918D-1E950B3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Harga perlu menutup biaya dan tetap masuk akal bagi pelanggan yang dituju.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7FE1D-7869-41F2-AC5F-7F371A1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Penawaran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6B1F8-52B2-4383-8FB6-5BD5DAD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Sebutkan produk, manfaat, harga, cara membeli, dan batasan dengan jelas.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73DCA-00D1-466F-A8F0-36264E9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1B42A-4821-4378-9E5A-69E86EEB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2911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BAE95-D3AE-4025-8F6C-49D3A99D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E9FC8-E8C0-440B-B360-B063E6F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883D0-FD5C-484B-B4B3-D187C45F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83BD4-C12D-4DB0-8B0B-7FB721F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Kartu penawaran satu halaman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0BD8D-C837-41FC-B0FE-E54848B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9CE1C-6E0C-4B3F-BB3B-6882F5BF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Daftar seluruh biaya untuk menghasilkan satu produk.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8AD0E-7588-4307-BBC9-556436FB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C319B-2D79-4469-8588-73C647B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Tulis tiga fitur lalu ubah menjadi manfaat pelanggan.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F4264-5D7C-4C37-99C1-6BB4336E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EC89F-35A1-45EB-AD1E-C34B01DA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Tentukan harga dan alasan penetapannya.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20F61-06B4-401B-989D-58145698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E4037-DA84-4800-BE19-AE38061A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Susun penawaran satu halaman dan uji keterbacaannya.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CC130-D40F-4757-8FBA-5DE25EB1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DF0F0-9413-415C-8751-FB47FF08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861694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2A984-1797-40B4-932B-C18B059B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4461D-9241-4F4B-B7E6-2621A6C7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E6C4-91D2-4613-BDA2-267E8A6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5C971-0267-4CA0-B196-A094016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3F3DB-F236-43FB-A4FC-152F27F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Manfaat utama apa yang paling penting bagi pelanggan?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57958-A36B-4A25-AF69-3B93FE9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07A2D-14D8-418F-BB4B-508FE822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harga sudah mempertimbangkan seluruh biaya?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DF518-4E46-4471-9B6B-9422AC52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DC8B9-4F1B-4978-82AD-4EBD0BC3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Informasi apa yang masih membuat calon pembeli ragu?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825C5-A25E-4280-AFD8-E8F61B0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Penawaran yang baik menjelaskan manfaat, harga, dan cara membeli tanpa membingungkan pelanggan.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69A46-202A-4DF0-BF80-228BAE5E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B93CF-6920-47EF-98BD-1CC5B991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409718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2026-09-24T12:36:07.7510000Z</dcterms:created>
  <dcterms:modified xsi:type="dcterms:W3CDTF">2026-09-24T12:36:07.7510000Z</dcterms:modified>
</coreProperties>
</file>