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0870baf864959" /><Relationship Type="http://schemas.openxmlformats.org/officeDocument/2006/relationships/extended-properties" Target="/docProps/app.xml" Id="R621d6c6dced24e5a" /><Relationship Type="http://schemas.openxmlformats.org/officeDocument/2006/relationships/officeDocument" Target="/ppt/presentation.xml" Id="R69c5c1d9c0e1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50877f2efb4e3a"/>
  </p:sldMasterIdLst>
  <p:notesMasterIdLst>
    <p:notesMasterId xmlns:r="http://schemas.openxmlformats.org/officeDocument/2006/relationships" r:id="R76ba870c66a34eaa"/>
  </p:notesMasterIdLst>
  <p:sldIdLst>
    <p:sldId xmlns:r="http://schemas.openxmlformats.org/officeDocument/2006/relationships" id="256" r:id="R4d3ca25c697444c3"/>
    <p:sldId xmlns:r="http://schemas.openxmlformats.org/officeDocument/2006/relationships" id="257" r:id="R24a53d99bc8d4ec7"/>
    <p:sldId xmlns:r="http://schemas.openxmlformats.org/officeDocument/2006/relationships" id="258" r:id="R6e27d4f473eb436c"/>
    <p:sldId xmlns:r="http://schemas.openxmlformats.org/officeDocument/2006/relationships" id="259" r:id="Re7c2f21748cf475b"/>
    <p:sldId xmlns:r="http://schemas.openxmlformats.org/officeDocument/2006/relationships" id="260" r:id="R18af8d0090bc4e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b6a8917e014741" /><Relationship Type="http://schemas.openxmlformats.org/officeDocument/2006/relationships/slideMaster" Target="/ppt/slideMasters/slideMaster1.xml" Id="R6250877f2efb4e3a" /><Relationship Type="http://schemas.openxmlformats.org/officeDocument/2006/relationships/notesMaster" Target="/ppt/notesMasters/notesMaster1.xml" Id="R76ba870c66a34eaa" /><Relationship Type="http://schemas.openxmlformats.org/officeDocument/2006/relationships/presProps" Target="/ppt/presProps.xml" Id="R9958402623d04397" /><Relationship Type="http://schemas.openxmlformats.org/officeDocument/2006/relationships/tableStyles" Target="/ppt/tableStyles.xml" Id="Rc41e8e3bc3be4257" /><Relationship Type="http://schemas.openxmlformats.org/officeDocument/2006/relationships/slide" Target="/ppt/slides/slide1.xml" Id="R4d3ca25c697444c3" /><Relationship Type="http://schemas.openxmlformats.org/officeDocument/2006/relationships/slide" Target="/ppt/slides/slide2.xml" Id="R24a53d99bc8d4ec7" /><Relationship Type="http://schemas.openxmlformats.org/officeDocument/2006/relationships/slide" Target="/ppt/slides/slide3.xml" Id="R6e27d4f473eb436c" /><Relationship Type="http://schemas.openxmlformats.org/officeDocument/2006/relationships/slide" Target="/ppt/slides/slide4.xml" Id="Re7c2f21748cf475b" /><Relationship Type="http://schemas.openxmlformats.org/officeDocument/2006/relationships/slide" Target="/ppt/slides/slide5.xml" Id="R18af8d0090bc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33ccc6ea7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0b80236694158" /><Relationship Type="http://schemas.openxmlformats.org/officeDocument/2006/relationships/notesMaster" Target="/ppt/notesMasters/notesMaster1.xml" Id="Rf4c6d10e0f56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22b6f57534cf0" /><Relationship Type="http://schemas.openxmlformats.org/officeDocument/2006/relationships/notesMaster" Target="/ppt/notesMasters/notesMaster1.xml" Id="R060cb390b073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d8d8c342394ba9" /><Relationship Type="http://schemas.openxmlformats.org/officeDocument/2006/relationships/notesMaster" Target="/ppt/notesMasters/notesMaster1.xml" Id="R214bb6ffedb041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ceee824f34d1e" /><Relationship Type="http://schemas.openxmlformats.org/officeDocument/2006/relationships/notesMaster" Target="/ppt/notesMasters/notesMaster1.xml" Id="R2006bb1b1520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20d86e38814684" /><Relationship Type="http://schemas.openxmlformats.org/officeDocument/2006/relationships/notesMaster" Target="/ppt/notesMasters/notesMaster1.xml" Id="Rb0ab75e740a7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ae06eaa09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feeb1b8568490c" /><Relationship Type="http://schemas.openxmlformats.org/officeDocument/2006/relationships/slideLayout" Target="/ppt/slideLayouts/slideLayout1.xml" Id="R3c3347fd3546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347fd3546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62c1dbbb54d22" /><Relationship Type="http://schemas.openxmlformats.org/officeDocument/2006/relationships/notesSlide" Target="/ppt/notesSlides/notesSlide1.xml" Id="Rf15b957de40b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3836861a43f7" /><Relationship Type="http://schemas.openxmlformats.org/officeDocument/2006/relationships/notesSlide" Target="/ppt/notesSlides/notesSlide2.xml" Id="R37646931512749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4fb3392784c60" /><Relationship Type="http://schemas.openxmlformats.org/officeDocument/2006/relationships/notesSlide" Target="/ppt/notesSlides/notesSlide3.xml" Id="R4abfb01254af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3154053d04ad7" /><Relationship Type="http://schemas.openxmlformats.org/officeDocument/2006/relationships/notesSlide" Target="/ppt/notesSlides/notesSlide4.xml" Id="Rf2258108f432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684a4707a493f" /><Relationship Type="http://schemas.openxmlformats.org/officeDocument/2006/relationships/notesSlide" Target="/ppt/notesSlides/notesSlide5.xml" Id="Rcb36a97ca4af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0168D-90DC-4823-9A9F-568A9BC9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CA546-9D2A-4ABC-9691-91261EB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E4272-B40D-4E81-93E8-B90FB83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DD71E-EF9A-4EB3-8FB1-27834B9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E41AE-9906-4103-9CFC-6F65A34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Riset Pasar Sederhana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A375-1E48-4770-9AA9-B662A52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Mengumpulkan bukti kebutuhan pelanggan melalui observasi dan wawancara singkat.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B9F9D-ED9D-4B50-96E8-5E764D71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40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92245-EB43-4F71-8074-07C040BC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7A6AB-8D3A-4BF1-BF9B-AE73BB8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016408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0810-3A97-41BE-97FD-EB250475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530B-8F57-4F04-AE68-7FAD096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2BD2E-CFC9-43D4-8EDA-A0704444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6E8CE-5987-4E59-8A9B-2167CDC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E58F9-4827-42E5-AC17-94423596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Membuat pertanyaan wawancara yang tidak menggiring jawaban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79D98-E352-44D9-8E85-B12B2BC7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19DBB-81E0-4F8E-B206-C04B36F3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Mencatat perilaku dan kebutuhan pelanggan secara terstruktur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575C2-12B8-4014-AD9B-BFF609E0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09EA4-9AF8-4639-B6D2-C6A58CAF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Menentukan temuan yang layak dipakai untuk keputusan produk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ACBF4-3EFD-4924-890A-EAD67B6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EC0E3-BB5A-428F-AD3D-B6E1C8F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208193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E39F2-D5DB-4F85-9ED7-95EF8374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C9717-67A5-46DF-B5B9-F232B60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8C922-9D08-4FB9-8416-49BC919D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Mengenal pelanggan melalui riset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13E73-7381-4283-81E0-8347B05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Observasi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367C1-A556-4F84-BC62-26543EDB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Perhatikan apa yang orang lakukan, kapan mereka kesulitan, dan solusi apa yang sudah mereka coba.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42CC4-663D-41B0-A67A-84707F2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Wawancara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8A744-7C37-4F85-9B7C-9849259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Tanyakan pengalaman terakhir. Hindari pertanyaan yang hanya menghasilkan jawaban ya atau tidak.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246D0-D146-4159-BB4C-8462DF6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0BF49-C8A7-4FA2-8CA5-BC2F50B8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Temuan menjadi berguna ketika jawaban serupa muncul dari beberapa orang.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C6652-7366-4B75-977A-D7BD191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82C94-7747-4366-9CA9-42AA7F9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837703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60474-B83F-4A23-A7CD-C895B64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983DE-476B-4191-B469-3A377A5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DB60D-3919-4D5A-908E-37AD60E9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F95DE-F6AC-4E5A-A994-4036B42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Lima wawancara pelanggan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A6415-E5FF-4080-8179-660F2A50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95E9C-8FF0-4F31-8CCF-55574E86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satu kelompok calon pelanggan.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093AC-F26B-42D6-A5B4-B6A7A77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CA6D5-C963-4D45-8C96-19C08E4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Siapkan lima pertanyaan tentang pengalaman mereka.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B50B6-0D11-416C-B0C9-31005E53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11069-1D32-4B6E-944D-0FE9C47C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Wawancarai lima orang tanpa menawarkan produk terlebih dahulu.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CAA6F-1160-4526-8922-9CBA058A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4977D-BD6A-4381-B05D-4A2B3E1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Kelompokkan jawaban menjadi masalah, kebiasaan, dan harapan.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942A4-1E38-4B22-BD46-2D2BD284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C574C-2215-4AB6-A000-50887A7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062031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02151-1794-4C88-86A4-4404E0F5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AB28-A77A-4F1C-91B1-0574BB2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10B2E-DDBA-468C-ACD4-B6F0A64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8E823-3D2D-40C6-AEB8-00D7824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191FF-A247-4BB8-964B-2B902B65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Pertanyaan mana yang menghasilkan cerita paling lengkap?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C77B0-84D5-43E7-9B2F-67F62C3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F7CB8-91AB-42F2-BF85-4B585E64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Masalah apa yang muncul berulang kali?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2AC5F-8BE4-4909-A01F-F9E2AAC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54738-ABFB-48C4-958F-81D6AE80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Temuan apa yang mengubah ide awal?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38AC7-2994-4514-9F0C-D2C56D5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Riset pasar membantu murid memilih berdasarkan bukti, bukan tebakan.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EFF62-B370-435B-9AAD-109358D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E62FC-7CF8-4205-B387-A48CC04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688448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2026-09-24T12:36:04.3200000Z</dcterms:created>
  <dcterms:modified xsi:type="dcterms:W3CDTF">2026-09-24T12:36:04.3200000Z</dcterms:modified>
</coreProperties>
</file>