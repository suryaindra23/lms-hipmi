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de3bc8ae874b6c" /><Relationship Type="http://schemas.openxmlformats.org/officeDocument/2006/relationships/extended-properties" Target="/docProps/app.xml" Id="Rb9f0e80fd52e42ac" /><Relationship Type="http://schemas.openxmlformats.org/officeDocument/2006/relationships/officeDocument" Target="/ppt/presentation.xml" Id="R2c4b08f7831f40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e622f10c0f4c73"/>
  </p:sldMasterIdLst>
  <p:notesMasterIdLst>
    <p:notesMasterId xmlns:r="http://schemas.openxmlformats.org/officeDocument/2006/relationships" r:id="R1caf2c1c19af4708"/>
  </p:notesMasterIdLst>
  <p:sldIdLst>
    <p:sldId xmlns:r="http://schemas.openxmlformats.org/officeDocument/2006/relationships" id="256" r:id="R6222e14c0f76475f"/>
    <p:sldId xmlns:r="http://schemas.openxmlformats.org/officeDocument/2006/relationships" id="257" r:id="Rd28bf7c198d94eca"/>
    <p:sldId xmlns:r="http://schemas.openxmlformats.org/officeDocument/2006/relationships" id="258" r:id="Re418d82bcab14927"/>
    <p:sldId xmlns:r="http://schemas.openxmlformats.org/officeDocument/2006/relationships" id="259" r:id="Rd94cbe92b5ea4beb"/>
    <p:sldId xmlns:r="http://schemas.openxmlformats.org/officeDocument/2006/relationships" id="260" r:id="R7e630822ce0f41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38e997b144404d" /><Relationship Type="http://schemas.openxmlformats.org/officeDocument/2006/relationships/slideMaster" Target="/ppt/slideMasters/slideMaster1.xml" Id="R8be622f10c0f4c73" /><Relationship Type="http://schemas.openxmlformats.org/officeDocument/2006/relationships/notesMaster" Target="/ppt/notesMasters/notesMaster1.xml" Id="R1caf2c1c19af4708" /><Relationship Type="http://schemas.openxmlformats.org/officeDocument/2006/relationships/presProps" Target="/ppt/presProps.xml" Id="R7feb43978a5e4491" /><Relationship Type="http://schemas.openxmlformats.org/officeDocument/2006/relationships/tableStyles" Target="/ppt/tableStyles.xml" Id="R8b4fe50624d048ab" /><Relationship Type="http://schemas.openxmlformats.org/officeDocument/2006/relationships/slide" Target="/ppt/slides/slide1.xml" Id="R6222e14c0f76475f" /><Relationship Type="http://schemas.openxmlformats.org/officeDocument/2006/relationships/slide" Target="/ppt/slides/slide2.xml" Id="Rd28bf7c198d94eca" /><Relationship Type="http://schemas.openxmlformats.org/officeDocument/2006/relationships/slide" Target="/ppt/slides/slide3.xml" Id="Re418d82bcab14927" /><Relationship Type="http://schemas.openxmlformats.org/officeDocument/2006/relationships/slide" Target="/ppt/slides/slide4.xml" Id="Rd94cbe92b5ea4beb" /><Relationship Type="http://schemas.openxmlformats.org/officeDocument/2006/relationships/slide" Target="/ppt/slides/slide5.xml" Id="R7e630822ce0f41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08f3f5212d43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a0768be0704e4a" /><Relationship Type="http://schemas.openxmlformats.org/officeDocument/2006/relationships/notesMaster" Target="/ppt/notesMasters/notesMaster1.xml" Id="Rdd7fbccf02794f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403e3768e24dc3" /><Relationship Type="http://schemas.openxmlformats.org/officeDocument/2006/relationships/notesMaster" Target="/ppt/notesMasters/notesMaster1.xml" Id="R25fc9c8b5d1342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cdff569f1747c1" /><Relationship Type="http://schemas.openxmlformats.org/officeDocument/2006/relationships/notesMaster" Target="/ppt/notesMasters/notesMaster1.xml" Id="Ra63566335b3a4f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326fd4b4fc47dd" /><Relationship Type="http://schemas.openxmlformats.org/officeDocument/2006/relationships/notesMaster" Target="/ppt/notesMasters/notesMaster1.xml" Id="Ra37eb343c72c4f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9e931304e64ddd" /><Relationship Type="http://schemas.openxmlformats.org/officeDocument/2006/relationships/notesMaster" Target="/ppt/notesMasters/notesMaster1.xml" Id="R00833a1a582e43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e0d11927b42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df5234fef4d68" /><Relationship Type="http://schemas.openxmlformats.org/officeDocument/2006/relationships/slideLayout" Target="/ppt/slideLayouts/slideLayout1.xml" Id="R63689fd611f14a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689fd611f14a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97a9c3bd940ee" /><Relationship Type="http://schemas.openxmlformats.org/officeDocument/2006/relationships/notesSlide" Target="/ppt/notesSlides/notesSlide1.xml" Id="R6470b980ffbb45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8a39d87ed4e91" /><Relationship Type="http://schemas.openxmlformats.org/officeDocument/2006/relationships/notesSlide" Target="/ppt/notesSlides/notesSlide2.xml" Id="R83311a0338f54d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95d4af83c419e" /><Relationship Type="http://schemas.openxmlformats.org/officeDocument/2006/relationships/notesSlide" Target="/ppt/notesSlides/notesSlide3.xml" Id="R461cd7b151634d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ffc04d4db4804" /><Relationship Type="http://schemas.openxmlformats.org/officeDocument/2006/relationships/notesSlide" Target="/ppt/notesSlides/notesSlide4.xml" Id="R95ed8a93fca14e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ce06b5b234e88" /><Relationship Type="http://schemas.openxmlformats.org/officeDocument/2006/relationships/notesSlide" Target="/ppt/notesSlides/notesSlide5.xml" Id="R3b3f0671b06040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83A95-AD50-47FA-A37B-528535E7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E401-4AA7-45A4-BBB8-2BFCC3A3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CD811-61F3-4321-94ED-95E9D5DF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ADVANCED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719CA-0ABE-4A86-AE8D-62CE09F6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9A9A8-C6EB-4B74-BCCF-5876BA2B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Analitik dan Optimasi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49B32-D027-4E15-85A8-7A10E6A2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Membaca metrik penjualan dan memilih perbaikan yang layak diuji.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F6C2D-7706-47C1-8B4A-38846E1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50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11820-398D-4E7E-A67C-AAA0C3D1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86D73-879D-478E-9FCB-74DD49B5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123474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9FF9C-2167-412D-8489-2E7B0639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60898-6A1D-4826-BF35-CC2293B8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585C4-E5EC-45EC-81B6-90562378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BFB74-2427-4352-B852-0187B265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9262C-5D75-4247-BFD2-DE5903C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Membedakan metrik perhatian, minat, dan pembelian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B6B2F-6644-4322-9585-DF391415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23EF1-60CC-42AB-B0F4-A336BC8C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Menemukan bagian alur penjualan yang paling perlu diperbaiki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30A27-AD36-4DBD-8ADA-52553311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5BE4E-8E0D-4F64-9583-3DC8958E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Merancang eksperimen sederhana dengan ukuran keberhasilan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89511-9311-4FA4-B314-68058E74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DB5AD-4696-4D1C-9917-2C6730B7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404040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ED5A2-DAF2-4B7D-95CF-4C2AAF5A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28D8B-7186-469C-937F-0C08924C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151C4-7308-42DD-820F-DAEE10BC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Metrik untuk keputusan usaha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5E4B5-4010-4D64-9B1A-0DA06812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Alur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F1003-5DDC-4CD9-9379-BE95C80C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Lihat hubungan antara tayangan, kunjungan, pertanyaan, keranjang, dan pembelian.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F088B-7511-44FD-84C1-2B6C7EB6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Diagnosis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BBADD-F262-4D3F-B4C1-1B85CEF5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Angka yang turun di satu tahap membantu menunjukkan bagian yang perlu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D1BBC-52EC-4EC2-B0F8-E7DABABC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Eksperimen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643FC-7298-47D8-B8E3-41ECD3A6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Ubah satu hal, tentukan periode uji, lalu bandingkan hasil dengan kondisi sebelumnya.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CC785-7D9F-40E8-A731-4EBDEEE1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3F157-8E02-4EDD-A48D-9A36C62A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53031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2796A-E03E-4CBF-BFF0-4DB75E6D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028FC-2A31-42C4-BDD6-B13213D7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6CE3F-6C61-40D7-86EE-30040F12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16998-703C-49E2-83B3-1E4361E9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Eksperimen perbaikan satu minggu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60CD1-400F-4B9D-80C3-F552457B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5D53C-5B6C-4C6F-8FD7-95FF7FA8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Kumpulkan metrik tujuh hari terakhir.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50855-6354-44E3-B54C-590627FD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A6F5C-0C6D-4FF3-92A4-8FC24631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Pilih satu tahap dengan penurunan terbesar.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72F98-C587-44E1-B312-3AE57C7C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FADB9-9A82-4FA1-8445-DE9AFA94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Tentukan satu perubahan dan ukuran keberhasilannya.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3B3CD-E6D8-402F-A972-5F45A514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FB8F9-5C99-4FEE-913E-9C049E84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Jalankan uji selama tujuh hari lalu bandingkan hasil.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EBD42-5675-4FD7-BB78-4E299B43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05EC1-FAF5-4D48-A1C0-7E88B8A5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380040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A31E9-3C72-446A-8732-B452432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40EA4-93BD-4C76-8B41-7BB2ED6D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50F31-8A4F-4D39-B501-48C24AF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AA1AC-6137-4140-A023-9CF70FE3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FE55A-08CB-4763-98FE-FECAB809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Tahap mana yang kehilangan calon pembeli paling banyak?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439EE-60A4-4B42-8A51-62B0E3D0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BE052-C0DA-450F-8830-DD7939F1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Perubahan tunggal apa yang sedang diuji?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28FE8-F3E2-4CB2-9314-A3841971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379D9-7AB7-4452-A2C6-3E425E1F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Bukti apa yang cukup untuk melanjutkan perubahan?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CAD3D-9855-4A0A-B301-4E6EAC05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Optimasi menjadi lebih terarah ketika murid mengubah satu hal dan membandingkan hasilnya.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13A38-D008-4D11-950D-E20C7715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7582F-95E1-4E21-8740-32C8AE80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91579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2026-09-24T12:36:19.3310000Z</dcterms:created>
  <dcterms:modified xsi:type="dcterms:W3CDTF">2026-09-24T12:36:19.3310000Z</dcterms:modified>
</coreProperties>
</file>