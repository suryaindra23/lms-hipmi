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e40eaeff2d43b5" /><Relationship Type="http://schemas.openxmlformats.org/officeDocument/2006/relationships/extended-properties" Target="/docProps/app.xml" Id="R8841592f7ee64d74" /><Relationship Type="http://schemas.openxmlformats.org/officeDocument/2006/relationships/officeDocument" Target="/ppt/presentation.xml" Id="R7e07193839154c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30d1d312594fab"/>
  </p:sldMasterIdLst>
  <p:notesMasterIdLst>
    <p:notesMasterId xmlns:r="http://schemas.openxmlformats.org/officeDocument/2006/relationships" r:id="Ra066e2067f4945ff"/>
  </p:notesMasterIdLst>
  <p:sldIdLst>
    <p:sldId xmlns:r="http://schemas.openxmlformats.org/officeDocument/2006/relationships" id="256" r:id="Rb47593e71dca46be"/>
    <p:sldId xmlns:r="http://schemas.openxmlformats.org/officeDocument/2006/relationships" id="257" r:id="R201713720f024462"/>
    <p:sldId xmlns:r="http://schemas.openxmlformats.org/officeDocument/2006/relationships" id="258" r:id="R90d3bc04f9704ec0"/>
    <p:sldId xmlns:r="http://schemas.openxmlformats.org/officeDocument/2006/relationships" id="259" r:id="R6c47f06a943d4ce0"/>
    <p:sldId xmlns:r="http://schemas.openxmlformats.org/officeDocument/2006/relationships" id="260" r:id="R54f39be7c3e647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8130a2df3f4e42" /><Relationship Type="http://schemas.openxmlformats.org/officeDocument/2006/relationships/slideMaster" Target="/ppt/slideMasters/slideMaster1.xml" Id="R5b30d1d312594fab" /><Relationship Type="http://schemas.openxmlformats.org/officeDocument/2006/relationships/notesMaster" Target="/ppt/notesMasters/notesMaster1.xml" Id="Ra066e2067f4945ff" /><Relationship Type="http://schemas.openxmlformats.org/officeDocument/2006/relationships/presProps" Target="/ppt/presProps.xml" Id="R340d185ae6d6465a" /><Relationship Type="http://schemas.openxmlformats.org/officeDocument/2006/relationships/tableStyles" Target="/ppt/tableStyles.xml" Id="R247c07cbde6343f9" /><Relationship Type="http://schemas.openxmlformats.org/officeDocument/2006/relationships/slide" Target="/ppt/slides/slide1.xml" Id="Rb47593e71dca46be" /><Relationship Type="http://schemas.openxmlformats.org/officeDocument/2006/relationships/slide" Target="/ppt/slides/slide2.xml" Id="R201713720f024462" /><Relationship Type="http://schemas.openxmlformats.org/officeDocument/2006/relationships/slide" Target="/ppt/slides/slide3.xml" Id="R90d3bc04f9704ec0" /><Relationship Type="http://schemas.openxmlformats.org/officeDocument/2006/relationships/slide" Target="/ppt/slides/slide4.xml" Id="R6c47f06a943d4ce0" /><Relationship Type="http://schemas.openxmlformats.org/officeDocument/2006/relationships/slide" Target="/ppt/slides/slide5.xml" Id="R54f39be7c3e647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ea1b6fbd5a48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9fc535aebe4b77" /><Relationship Type="http://schemas.openxmlformats.org/officeDocument/2006/relationships/notesMaster" Target="/ppt/notesMasters/notesMaster1.xml" Id="R183e51e61127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3c785b93042ae" /><Relationship Type="http://schemas.openxmlformats.org/officeDocument/2006/relationships/notesMaster" Target="/ppt/notesMasters/notesMaster1.xml" Id="R88ea5e5f4ba64b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fa79aea0b9445a" /><Relationship Type="http://schemas.openxmlformats.org/officeDocument/2006/relationships/notesMaster" Target="/ppt/notesMasters/notesMaster1.xml" Id="Rf84861789c4d45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39734054634560" /><Relationship Type="http://schemas.openxmlformats.org/officeDocument/2006/relationships/notesMaster" Target="/ppt/notesMasters/notesMaster1.xml" Id="R1a74aa10127e45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c26f58661b49c5" /><Relationship Type="http://schemas.openxmlformats.org/officeDocument/2006/relationships/notesMaster" Target="/ppt/notesMasters/notesMaster1.xml" Id="Red8e8c21e73545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fcd94847b42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aaf2630314f5d" /><Relationship Type="http://schemas.openxmlformats.org/officeDocument/2006/relationships/slideLayout" Target="/ppt/slideLayouts/slideLayout1.xml" Id="Rb4e56eb6d0fe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56eb6d0fe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b9fe9e0e44f8e" /><Relationship Type="http://schemas.openxmlformats.org/officeDocument/2006/relationships/notesSlide" Target="/ppt/notesSlides/notesSlide1.xml" Id="Rf1a981ef599749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fb3fea6f24a90" /><Relationship Type="http://schemas.openxmlformats.org/officeDocument/2006/relationships/notesSlide" Target="/ppt/notesSlides/notesSlide2.xml" Id="Rafa967b4ee234f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11b3cf6604dd2" /><Relationship Type="http://schemas.openxmlformats.org/officeDocument/2006/relationships/notesSlide" Target="/ppt/notesSlides/notesSlide3.xml" Id="Rfb20aea1fc004f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797c18e3d4e4d" /><Relationship Type="http://schemas.openxmlformats.org/officeDocument/2006/relationships/notesSlide" Target="/ppt/notesSlides/notesSlide4.xml" Id="Re745f8e975db45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2e412d4194cc5" /><Relationship Type="http://schemas.openxmlformats.org/officeDocument/2006/relationships/notesSlide" Target="/ppt/notesSlides/notesSlide5.xml" Id="Re142751aa5994d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067B2-2732-4074-A761-D5E2B818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2A743-3A74-4E88-90A8-3AF35CA1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B403C-6B06-45FB-B8AE-7D6C577F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74712-99C6-4930-A31F-6CEEA8C3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94158-9803-49CB-9919-327AD720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Promosi Media Sosial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7E685-7FF1-49DB-A2FF-2DD336E3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Memilih kanal, jadwal, dan cara berinteraksi yang sesuai dengan pelanggan.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E1F17-C1F4-42CB-A5D0-657FDBB3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45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17A4D-5A8D-489B-BC9C-67A456B1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37C1A-709F-4ECE-AAB3-BE7EC2AD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306522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2B99C-FF0C-4270-8A9D-34C0DF3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BFF66-D99E-405E-9A41-674FCACB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2793B-A8A7-4AD9-BDE1-9A2D9FC7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9E093-8810-4CE0-B400-7A5A49C8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D9A35-DD47-4449-95F7-DD1B2A17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Memilih kanal berdasarkan kebiasaan calon pelanggan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E2DD4-5696-4973-8781-855D62B5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D7F10-A520-400F-A9CA-ADA7429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Menyusun jadwal publikasi yang dapat dijalankan secara konsisten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0CF6F-CD89-4AAB-BEB6-D31B5598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30C7C-651E-4112-98A8-E066857F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Mencatat respons untuk memperbaiki konten berikutnya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4FAF6-1BC7-411A-B5D4-A739802B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64D37-CC07-4D3E-9727-73C0E719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616124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0D9A3-F91D-4FB4-909F-F22F3609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8573B-A319-4F65-9FB8-3D771384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37530-3A5F-4CFC-B800-258E8CE5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Kanal dan ritme promosi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87EF6-BE23-4BF7-BCC7-E54287CD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Kanal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35346-4FC7-406B-8795-E678951C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Pilih tempat pelanggan benar-benar aktif. Tidak semua usaha perlu hadir di semua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E150D-166A-4D52-9386-8FF5364F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Ritme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AE9EA-0310-46E4-9834-C0CF195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Jadwal yang sederhana dan konsisten lebih berguna daripada banyak konten yang cepat berhenti.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095FE-9222-40C7-A99F-50DF2F9D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Interaksi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514D5-6D3D-4CC9-A405-3F895D5D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Balas pertanyaan dengan cepat, sopan, dan sesuai informasi produk.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93063-5DAA-4F78-9563-E35F108A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C17BA-3463-4804-8C5A-5E91E76E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285770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456FD-26C4-41C3-975B-1AA12914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23F4F-F091-4FF7-9411-62A0F00E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1CC03-1AFD-47C1-97F0-92B84B02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F8725-D6A0-4170-BB4E-B47B3D55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Kampanye tujuh hari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8A6C4-008B-4358-BCDC-955F0341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62A20-C7D0-4964-AE68-AE92946A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Pilih satu kanal utama dan satu tujuan kampanye.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B56E8-C217-4EF3-BE93-36C8467D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93E9B-2609-431F-B13A-5B6BE2D5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Siapkan tiga konten dengan pesan yang saling melengkapi.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08098-4BB6-4FF0-BDEC-04DA132F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78C27-7BD2-4C13-AC99-7F59295F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Catat jangkauan, interaksi, pertanyaan, dan tindakan pembelian.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3755C-5EF0-4053-88BF-A8700EC7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CF389-868C-47E2-9D53-2B0C316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Bandingkan hasil lalu tentukan satu perbaikan berikutnya.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7791B-163C-4884-B0B9-6349F3D6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3B15F-D9CD-4F24-A9DC-DF06D263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950371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51428-9A58-43F1-9502-1BF2B608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10682-82EF-4B7D-8261-44A826FC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9F68C-B331-4752-8434-1AE7FBEE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5357A-37E0-43EE-8FD1-08A12B83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4051D-FF26-40A7-8667-4FF9BAA7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Mengapa kanal ini sesuai dengan pelanggan?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98903-82CE-4ABC-83B7-65AC4607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79CD9-3F23-46C0-85EE-D57062B9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Konten mana yang menghasilkan pertanyaan paling relevan?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2A341-4F02-4D4C-A700-B3E814A9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6CDBC-B01A-4A24-9F61-9838121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Perbaikan apa yang akan diuji pada kampanye berikutnya?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BA1B2-81F1-460E-AA1C-2D76F7B0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Promosi yang efektif tumbuh dari ritme yang konsisten dan evaluasi respons pelanggan.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89C48-6E4B-4BC7-8E88-6691650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FC6AB-5BCA-4C7F-B94D-F9C6919F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527035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2026-09-24T12:36:16.1080000Z</dcterms:created>
  <dcterms:modified xsi:type="dcterms:W3CDTF">2026-09-24T12:36:16.1080000Z</dcterms:modified>
</coreProperties>
</file>