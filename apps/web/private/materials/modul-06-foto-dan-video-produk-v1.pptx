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ca8f93e14e4ca0" /><Relationship Type="http://schemas.openxmlformats.org/officeDocument/2006/relationships/extended-properties" Target="/docProps/app.xml" Id="R61e9496668994fdc" /><Relationship Type="http://schemas.openxmlformats.org/officeDocument/2006/relationships/officeDocument" Target="/ppt/presentation.xml" Id="R304f71d72c3c4e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48f91cd3614404"/>
  </p:sldMasterIdLst>
  <p:notesMasterIdLst>
    <p:notesMasterId xmlns:r="http://schemas.openxmlformats.org/officeDocument/2006/relationships" r:id="R31bf84e715a14d5d"/>
  </p:notesMasterIdLst>
  <p:sldIdLst>
    <p:sldId xmlns:r="http://schemas.openxmlformats.org/officeDocument/2006/relationships" id="256" r:id="R88bc7fb27f294592"/>
    <p:sldId xmlns:r="http://schemas.openxmlformats.org/officeDocument/2006/relationships" id="257" r:id="R1b309c05f4674c6d"/>
    <p:sldId xmlns:r="http://schemas.openxmlformats.org/officeDocument/2006/relationships" id="258" r:id="R889a5197f90d4c9f"/>
    <p:sldId xmlns:r="http://schemas.openxmlformats.org/officeDocument/2006/relationships" id="259" r:id="R3f05e3e262a6493a"/>
    <p:sldId xmlns:r="http://schemas.openxmlformats.org/officeDocument/2006/relationships" id="260" r:id="R28d76df9c4cf4a2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9f197cd639400a" /><Relationship Type="http://schemas.openxmlformats.org/officeDocument/2006/relationships/slideMaster" Target="/ppt/slideMasters/slideMaster1.xml" Id="Rf048f91cd3614404" /><Relationship Type="http://schemas.openxmlformats.org/officeDocument/2006/relationships/notesMaster" Target="/ppt/notesMasters/notesMaster1.xml" Id="R31bf84e715a14d5d" /><Relationship Type="http://schemas.openxmlformats.org/officeDocument/2006/relationships/presProps" Target="/ppt/presProps.xml" Id="Re13337f9824c4637" /><Relationship Type="http://schemas.openxmlformats.org/officeDocument/2006/relationships/tableStyles" Target="/ppt/tableStyles.xml" Id="R0f756976238f42d5" /><Relationship Type="http://schemas.openxmlformats.org/officeDocument/2006/relationships/slide" Target="/ppt/slides/slide1.xml" Id="R88bc7fb27f294592" /><Relationship Type="http://schemas.openxmlformats.org/officeDocument/2006/relationships/slide" Target="/ppt/slides/slide2.xml" Id="R1b309c05f4674c6d" /><Relationship Type="http://schemas.openxmlformats.org/officeDocument/2006/relationships/slide" Target="/ppt/slides/slide3.xml" Id="R889a5197f90d4c9f" /><Relationship Type="http://schemas.openxmlformats.org/officeDocument/2006/relationships/slide" Target="/ppt/slides/slide4.xml" Id="R3f05e3e262a6493a" /><Relationship Type="http://schemas.openxmlformats.org/officeDocument/2006/relationships/slide" Target="/ppt/slides/slide5.xml" Id="R28d76df9c4cf4a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2c8008277548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452cf3492e4e8a" /><Relationship Type="http://schemas.openxmlformats.org/officeDocument/2006/relationships/notesMaster" Target="/ppt/notesMasters/notesMaster1.xml" Id="R23508e43c61448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ce717ee4284a9a" /><Relationship Type="http://schemas.openxmlformats.org/officeDocument/2006/relationships/notesMaster" Target="/ppt/notesMasters/notesMaster1.xml" Id="Re1f06bd1cd0442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4768fb943a34d17" /><Relationship Type="http://schemas.openxmlformats.org/officeDocument/2006/relationships/notesMaster" Target="/ppt/notesMasters/notesMaster1.xml" Id="R97106eabd9894e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70360c4c5bd4e76" /><Relationship Type="http://schemas.openxmlformats.org/officeDocument/2006/relationships/notesMaster" Target="/ppt/notesMasters/notesMaster1.xml" Id="Rbcdc50a1e7a9463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6263b3d4ac246d2" /><Relationship Type="http://schemas.openxmlformats.org/officeDocument/2006/relationships/notesMaster" Target="/ppt/notesMasters/notesMaster1.xml" Id="R0fffc4b73e6e4f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995b2b2d4749e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4f90a50559421e" /><Relationship Type="http://schemas.openxmlformats.org/officeDocument/2006/relationships/slideLayout" Target="/ppt/slideLayouts/slideLayout1.xml" Id="Rbcee28ecc1994d4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ee28ecc1994d4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ff4826d2ef4f75" /><Relationship Type="http://schemas.openxmlformats.org/officeDocument/2006/relationships/notesSlide" Target="/ppt/notesSlides/notesSlide1.xml" Id="R1791d32aadcf4de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fe4f249ddf481a" /><Relationship Type="http://schemas.openxmlformats.org/officeDocument/2006/relationships/notesSlide" Target="/ppt/notesSlides/notesSlide2.xml" Id="R15c25e203b94491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a12b3757df4501" /><Relationship Type="http://schemas.openxmlformats.org/officeDocument/2006/relationships/notesSlide" Target="/ppt/notesSlides/notesSlide3.xml" Id="R8e8848e3543f45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0c42aabb7c4b4f" /><Relationship Type="http://schemas.openxmlformats.org/officeDocument/2006/relationships/notesSlide" Target="/ppt/notesSlides/notesSlide4.xml" Id="R629b7c1d278d4a0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6a57532f7a4df5" /><Relationship Type="http://schemas.openxmlformats.org/officeDocument/2006/relationships/notesSlide" Target="/ppt/notesSlides/notesSlide5.xml" Id="R608fefb26d4341b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54EFBE-BC78-43F2-B118-9235926B9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2B40AE-4A54-4AFA-94BC-9C567225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7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D7B5"/>
                </a:solidFill>
                <a:latin typeface="Helvetica Neue"/>
                <a:ea typeface="Helvetica Neue"/>
                <a:cs typeface="Helvetica Neue"/>
              </a:rPr>
              <a:t>SUNRISE ACADEMY   /   MODUL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54E6A6-46A2-47D0-B96D-E4F978D3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FREE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AD91FA-8095-49D8-ACBC-CCD8B77E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2428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00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300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3E9AD6-7ED1-4818-8E8D-942F13D7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52550"/>
            <a:ext cx="7715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Foto dan Video Produk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6B9422-3D9F-423C-8846-1DCE405F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81350"/>
            <a:ext cx="714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DE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D7DEEA"/>
                </a:solidFill>
                <a:latin typeface="Helvetica Neue"/>
                <a:ea typeface="Helvetica Neue"/>
                <a:cs typeface="Helvetica Neue"/>
              </a:rPr>
              <a:t>Menghasilkan visual produk yang jelas dengan peralatan sederhana.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269885-0726-4457-B858-887DA8894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8101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rPr>
              <a:t>45 menit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9404BB-2F4B-47FE-8D97-DF616F23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8C4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B8C4D8"/>
                </a:solidFill>
                <a:latin typeface="Helvetica Neue"/>
                <a:ea typeface="Helvetica Neue"/>
                <a:cs typeface="Helvetica Neue"/>
              </a:rPr>
              <a:t>Digital Marketing &amp; Affiliate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746070-A4EE-485B-AA76-18AB4748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 / 12</a:t>
            </a:r>
          </a:p>
        </p:txBody>
      </p:sp>
    </p:spTree>
    <p:extLst>
      <p:ext uri="{BB962C8B-B14F-4D97-AF65-F5344CB8AC3E}">
        <p14:creationId xmlns:p14="http://schemas.microsoft.com/office/powerpoint/2010/main" val="17611433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884E44-3A21-44BE-82FB-D281C8E9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SUNRISE ACADEMY   /   MODUL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CB493B-45CC-4FEA-90DB-0BE13415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HASIL BELAJAR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44CBB3-A7CA-4EC1-978D-A5AB73CD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Setelah modul ini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F23136-1144-45AF-9CB0-E2C0B6CAE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876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A1AAB8-F72D-4DCE-BD6F-5B8B6BFC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905000"/>
            <a:ext cx="885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Menggunakan cahaya alami untuk menampilkan produk dengan jelas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756D80-8758-4499-8640-457F3437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52775"/>
            <a:ext cx="876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110295-FC7B-414D-BC7C-86474E04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105150"/>
            <a:ext cx="885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Memilih sudut foto yang menunjukkan detail penting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E4695D-304E-48D7-A57E-3B07FE0C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52925"/>
            <a:ext cx="876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7F17BF-19D8-450F-B06A-6014C4B8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305300"/>
            <a:ext cx="885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Menyusun video pendek dengan alur yang mudah diikuti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47190B-15ED-494C-82C8-A21BBB321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Digital Marketing &amp; Affiliate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239580-F27F-427B-9E45-97D02F84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6 / 12</a:t>
            </a:r>
          </a:p>
        </p:txBody>
      </p:sp>
    </p:spTree>
    <p:extLst>
      <p:ext uri="{BB962C8B-B14F-4D97-AF65-F5344CB8AC3E}">
        <p14:creationId xmlns:p14="http://schemas.microsoft.com/office/powerpoint/2010/main" val="16989936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4E7949-7C9F-467B-A239-DAFC5FB5C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SUNRISE ACADEMY   /   MODUL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32C46A-0FA4-4258-A86E-8F9F11CF3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KONSEP INTI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BBA4E3-7F27-422A-903B-3E9075B7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Visual produk dengan ponsel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5DBD3E-E754-40F6-8D89-5B2A087D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Cahaya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3CE916-574B-48E3-8BA9-5B51C5906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66900"/>
            <a:ext cx="742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Letakkan produk dekat jendela dan hindari bayangan keras yang menutup detail.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0DA928-D943-4882-A571-FAD0711F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813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Komposisi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C9D588-0C29-4372-BC1D-18320420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62300"/>
            <a:ext cx="742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Gunakan latar sederhana dan sisakan ruang agar produk menjadi pusat perhatian.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D73F28-F31D-4BF0-97B7-127DAB72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767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Urutan video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666EC0-FB67-49E1-A7F2-ED5F06394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57700"/>
            <a:ext cx="742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Tampilkan masalah, penggunaan produk, hasil, lalu informasi pembelian.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BCEB74-84F8-49E3-AC8E-8BE1C5C9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Digital Marketing &amp; Affiliate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45C1B1-DAC9-4822-B795-F96DE5B2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6 / 12</a:t>
            </a:r>
          </a:p>
        </p:txBody>
      </p:sp>
    </p:spTree>
    <p:extLst>
      <p:ext uri="{BB962C8B-B14F-4D97-AF65-F5344CB8AC3E}">
        <p14:creationId xmlns:p14="http://schemas.microsoft.com/office/powerpoint/2010/main" val="10926552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DF005B-B6FB-4725-B225-495CB92F9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320E66-C920-42E4-B5F6-F6141644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SUNRISE ACADEMY   /   MODUL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BB5C15-1891-4868-9300-DE011AE7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PRAKTIK KELAS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43A033-70B5-45AC-9558-16342D5F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Satu produk, lima visual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23D422-592C-4D3A-945A-F11DD14F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1547E0-B3D4-452D-911C-1E3B0936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71650"/>
            <a:ext cx="923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Siapkan latar yang bersih dan cahaya dari samping.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B5B66D-DE66-4C1D-8CF8-A5F5E4FD4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7D8CE1-90B8-418C-8314-C38D1133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43200"/>
            <a:ext cx="923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Ambil foto depan, detail, ukuran, penggunaan, dan hasil.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EC211F-19B1-45C8-82DD-C7034A648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E8A284-8BEB-43B1-9BCC-FEBAC000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14750"/>
            <a:ext cx="923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Rekam video 20 sampai 30 detik dengan urutan yang jelas.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D67F83-4EF3-4D1A-A96F-3756300E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244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1EF71E-8172-4BC5-8E54-BA2136766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23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Periksa kembali agar tidak ada data pribadi di dalam gambar.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D2A6B6-30DF-4F37-9BB6-F3F5DD16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Digital Marketing &amp; Affiliate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F1B93A-E728-476E-8990-812A0325E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6 / 12</a:t>
            </a:r>
          </a:p>
        </p:txBody>
      </p:sp>
    </p:spTree>
    <p:extLst>
      <p:ext uri="{BB962C8B-B14F-4D97-AF65-F5344CB8AC3E}">
        <p14:creationId xmlns:p14="http://schemas.microsoft.com/office/powerpoint/2010/main" val="20690807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8C67FA-5201-416C-85BA-83738539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7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D7B5"/>
                </a:solidFill>
                <a:latin typeface="Helvetica Neue"/>
                <a:ea typeface="Helvetica Neue"/>
                <a:cs typeface="Helvetica Neue"/>
              </a:rPr>
              <a:t>SUNRISE ACADEMY   /   MODUL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6421A3-066B-402C-8568-1DADDB6A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CEK PEMAHAMAN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5E688A-6A86-4228-9D3B-6CE5D3FC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Tiga pertanyaan sebelum lanjut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C26F14-00BF-4A03-A1F0-8FCEA704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rPr>
              <a:t>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BE937C-1299-4285-86A7-82F35C26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90700"/>
            <a:ext cx="933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CF1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CF1F8"/>
                </a:solidFill>
                <a:latin typeface="Helvetica Neue"/>
                <a:ea typeface="Helvetica Neue"/>
                <a:cs typeface="Helvetica Neue"/>
              </a:rPr>
              <a:t>Apakah detail produk terlihat tanpa memperbesar gambar?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0FD8E3-FC33-4996-B2E1-2DAD314C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28925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rPr>
              <a:t>2.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CF7C47-51A6-4621-B1FB-38B114BA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71775"/>
            <a:ext cx="933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CF1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CF1F8"/>
                </a:solidFill>
                <a:latin typeface="Helvetica Neue"/>
                <a:ea typeface="Helvetica Neue"/>
                <a:cs typeface="Helvetica Neue"/>
              </a:rPr>
              <a:t>Apakah warna produk tampak mendekati kondisi asli?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7580B1-257B-4AC0-A46C-42CC23A6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A6F437-899E-4911-A0AD-C97B2D27A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52850"/>
            <a:ext cx="933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CF1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CF1F8"/>
                </a:solidFill>
                <a:latin typeface="Helvetica Neue"/>
                <a:ea typeface="Helvetica Neue"/>
                <a:cs typeface="Helvetica Neue"/>
              </a:rPr>
              <a:t>Apakah video menjelaskan cara penggunaan dengan cepat?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FB8C5E-C1D9-4A98-9C68-60E5369B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Visual yang terang dan jujur membantu pelanggan menilai produk dengan percaya diri.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00C180-7E79-472C-A199-3EE0164A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8C4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B8C4D8"/>
                </a:solidFill>
                <a:latin typeface="Helvetica Neue"/>
                <a:ea typeface="Helvetica Neue"/>
                <a:cs typeface="Helvetica Neue"/>
              </a:rPr>
              <a:t>Digital Marketing &amp; Affiliate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7E6472-1904-4EB3-A305-A6539E7F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 / 12</a:t>
            </a:r>
          </a:p>
        </p:txBody>
      </p:sp>
    </p:spTree>
    <p:extLst>
      <p:ext uri="{BB962C8B-B14F-4D97-AF65-F5344CB8AC3E}">
        <p14:creationId xmlns:p14="http://schemas.microsoft.com/office/powerpoint/2010/main" val="8841989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2026-09-24T12:36:11.1290000Z</dcterms:created>
  <dcterms:modified xsi:type="dcterms:W3CDTF">2026-09-24T12:36:11.1290000Z</dcterms:modified>
</coreProperties>
</file>