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f5d24ddbc24b50" /><Relationship Type="http://schemas.openxmlformats.org/officeDocument/2006/relationships/extended-properties" Target="/docProps/app.xml" Id="R12605837ad8943d1" /><Relationship Type="http://schemas.openxmlformats.org/officeDocument/2006/relationships/officeDocument" Target="/ppt/presentation.xml" Id="R694bd798571b47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960bd6af84438e"/>
  </p:sldMasterIdLst>
  <p:notesMasterIdLst>
    <p:notesMasterId xmlns:r="http://schemas.openxmlformats.org/officeDocument/2006/relationships" r:id="Ree338d4bf9c744fc"/>
  </p:notesMasterIdLst>
  <p:sldIdLst>
    <p:sldId xmlns:r="http://schemas.openxmlformats.org/officeDocument/2006/relationships" id="256" r:id="R265e05a118ce4a83"/>
    <p:sldId xmlns:r="http://schemas.openxmlformats.org/officeDocument/2006/relationships" id="257" r:id="R369def71f4914bc3"/>
    <p:sldId xmlns:r="http://schemas.openxmlformats.org/officeDocument/2006/relationships" id="258" r:id="R9efdbef825fd432b"/>
    <p:sldId xmlns:r="http://schemas.openxmlformats.org/officeDocument/2006/relationships" id="259" r:id="Re74fa74c07934104"/>
    <p:sldId xmlns:r="http://schemas.openxmlformats.org/officeDocument/2006/relationships" id="260" r:id="R52d70738cd6a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15af72a8bd4639" /><Relationship Type="http://schemas.openxmlformats.org/officeDocument/2006/relationships/slideMaster" Target="/ppt/slideMasters/slideMaster1.xml" Id="R07960bd6af84438e" /><Relationship Type="http://schemas.openxmlformats.org/officeDocument/2006/relationships/notesMaster" Target="/ppt/notesMasters/notesMaster1.xml" Id="Ree338d4bf9c744fc" /><Relationship Type="http://schemas.openxmlformats.org/officeDocument/2006/relationships/presProps" Target="/ppt/presProps.xml" Id="R464d039803584b14" /><Relationship Type="http://schemas.openxmlformats.org/officeDocument/2006/relationships/tableStyles" Target="/ppt/tableStyles.xml" Id="R23e1664bc55c46dc" /><Relationship Type="http://schemas.openxmlformats.org/officeDocument/2006/relationships/slide" Target="/ppt/slides/slide1.xml" Id="R265e05a118ce4a83" /><Relationship Type="http://schemas.openxmlformats.org/officeDocument/2006/relationships/slide" Target="/ppt/slides/slide2.xml" Id="R369def71f4914bc3" /><Relationship Type="http://schemas.openxmlformats.org/officeDocument/2006/relationships/slide" Target="/ppt/slides/slide3.xml" Id="R9efdbef825fd432b" /><Relationship Type="http://schemas.openxmlformats.org/officeDocument/2006/relationships/slide" Target="/ppt/slides/slide4.xml" Id="Re74fa74c07934104" /><Relationship Type="http://schemas.openxmlformats.org/officeDocument/2006/relationships/slide" Target="/ppt/slides/slide5.xml" Id="R52d70738cd6a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24862768e741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ae9bbef6a44563" /><Relationship Type="http://schemas.openxmlformats.org/officeDocument/2006/relationships/notesMaster" Target="/ppt/notesMasters/notesMaster1.xml" Id="R11b1f9c2485d46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d9f000959e496b" /><Relationship Type="http://schemas.openxmlformats.org/officeDocument/2006/relationships/notesMaster" Target="/ppt/notesMasters/notesMaster1.xml" Id="Rc395c2dd27f147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ececafb47b4379" /><Relationship Type="http://schemas.openxmlformats.org/officeDocument/2006/relationships/notesMaster" Target="/ppt/notesMasters/notesMaster1.xml" Id="Ra6e182e7d017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6de1409e904922" /><Relationship Type="http://schemas.openxmlformats.org/officeDocument/2006/relationships/notesMaster" Target="/ppt/notesMasters/notesMaster1.xml" Id="R9c4badf0c0d342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0a50035f940e9" /><Relationship Type="http://schemas.openxmlformats.org/officeDocument/2006/relationships/notesMaster" Target="/ppt/notesMasters/notesMaster1.xml" Id="R8d5bdbfabbc0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88f8fc335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7df1c2dd04bbb" /><Relationship Type="http://schemas.openxmlformats.org/officeDocument/2006/relationships/slideLayout" Target="/ppt/slideLayouts/slideLayout1.xml" Id="R7c95f151d4b94d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5f151d4b94d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67e45e3a4e66" /><Relationship Type="http://schemas.openxmlformats.org/officeDocument/2006/relationships/notesSlide" Target="/ppt/notesSlides/notesSlide1.xml" Id="R2da6d8a8b24d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481a9271641e2" /><Relationship Type="http://schemas.openxmlformats.org/officeDocument/2006/relationships/notesSlide" Target="/ppt/notesSlides/notesSlide2.xml" Id="Rfd6fb41459d148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a9e9487541bb" /><Relationship Type="http://schemas.openxmlformats.org/officeDocument/2006/relationships/notesSlide" Target="/ppt/notesSlides/notesSlide3.xml" Id="Rf9c90d2f201c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9defa037f4c92" /><Relationship Type="http://schemas.openxmlformats.org/officeDocument/2006/relationships/notesSlide" Target="/ppt/notesSlides/notesSlide4.xml" Id="Rf5a0c2078a3a4a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7adec7394b34" /><Relationship Type="http://schemas.openxmlformats.org/officeDocument/2006/relationships/notesSlide" Target="/ppt/notesSlides/notesSlide5.xml" Id="Rb924cb97c06f40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55C7E-5508-4305-9F03-5FFCBE1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765BE-852C-4129-BE96-3E5538C6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4CD7C-F4AE-45A0-8805-83D008A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DF8D4-3F96-4140-8D75-F6FA516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A3B54-6E3E-4287-86CA-D9ADDB9D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Fondasi Usaha 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F6F8F-791B-41BC-B40F-F8136BA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Mengenali masalah pelanggan dan mengubahnya menjadi ide usaha yang jelas.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83C8B-F7CC-44F7-92FB-B752121D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CCC39-DC03-4449-A0D5-45E880A9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6FAC-0FA0-424A-B982-F99A91F5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247758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DC52A-D7A8-4EED-9551-BA1EE12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8AFD4-7727-42DA-9732-6BFA338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C51B8-DE9C-4CAF-A8A3-53C4749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F2655-7C10-4FC0-A0F3-F627C6F9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6AE80-12CE-4298-88C7-7A63958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Menjelaskan masalah pelanggan dengan kalimat yang spesifik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C0B4A-4FF5-46EF-98A8-278C5273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FB7C3-438D-4342-82EC-B6B86853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Membedakan produk, manfaat, dan alasan pelanggan membeli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E92DE-45C2-4DD3-B457-C24A096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99197-8610-4D4B-BAC4-0494E661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satu ide usaha yang dapat diuji di lingkungan sekolah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F7DD2-2D59-46C3-B1FE-0975029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F6EE1-5991-4EE0-8069-8B249C9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972045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6488A-64D8-46C8-B1CF-CDFC2F14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6F21A-2661-4441-AE75-DC2EF599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F39C0-25E3-45E6-B8FE-1FA9DD9A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Masalah, pelanggan, dan nilai usaha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DBA83-AF9F-409A-A3B8-FDE0793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Masalah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7630F-516E-43D6-917A-F066D519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Pilih keluhan yang benar-benar dialami orang, bukan sekadar ide produk yang terlihat menarik.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2445E-228F-4371-82E6-C0C2BAA1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Pelanggan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AF983-2EFB-49D9-8283-1855F87B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Tentukan siapa yang paling sering mengalami masalah itu dan kapan masalah muncul.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42EC8-FB0B-4A2F-9C6E-AE181817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Nilai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9D4A-57E3-4318-B717-6F5DB3FC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Jelaskan perubahan yang pelanggan rasakan setelah memakai produk atau layanan.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814E0-1FEA-436F-9111-6F409A3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0DE96-9A60-4300-8DCB-121094F7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910933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C2598-4496-44DE-A9E1-6233BA60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96102-D108-4D7F-8566-18058192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43B94-1859-41C9-8432-CC2DAA6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555FA-5641-425E-8692-743E653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Peta peluang di sekitar sekolah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BAD21-4AB2-4A10-B031-D79FECBA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0D99D-7F62-47E0-BC18-6B6AEBAA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Amati tiga masalah yang sering muncul di sekolah atau lingkungan rumah.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DFE6D-53CC-4BDD-ABE8-8C5BC83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57088-9697-4827-9406-E50C7B6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satu masalah yang paling sering terjadi.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ED5F1-EF1C-4C0D-9756-E0045BD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41763-3AB7-4056-9164-6CE5000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Tulis calon pelanggan dan manfaat yang mereka butuhkan.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5B40E-1582-4415-89F2-B8B6575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66364-C161-449A-8871-44663712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Uji kalimat ide usaha kepada dua teman dan catat tanggapannya.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A8851-0EB0-456E-91A2-338CAE8A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B9CE6-36EA-4E0B-B979-9AC4792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930295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4726F-3B22-4046-BA04-75FCD5F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53BD-A360-47B2-852B-B460C90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4BB0E-8FE9-40DA-B95F-795431C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ABB63-EEF8-4DA9-AFEC-3E89F04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B6921-CAC0-46E2-90D3-496ACE2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Masalah apa yang ingin diselesaikan?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0F66E-F7B4-4A6B-B5F0-F790673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092EC-A7BB-44A8-8A8C-9E4D3CE8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Siapa yang paling membutuhkan solusi ini?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2FB6A-038D-4897-990B-45957E53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DFE2F-525D-455E-940F-D1941447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Manfaat apa yang membuat pelanggan mau mencoba?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70BED-C43D-440F-8610-244E579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Ide usaha yang kuat berawal dari masalah yang jelas dan pelanggan yang nyata.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1762D-92DE-4032-A784-5EF4A54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2D966-FEB6-456F-92F6-4972379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2115309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2026-09-24T12:36:01.8840000Z</dcterms:created>
  <dcterms:modified xsi:type="dcterms:W3CDTF">2026-09-24T12:36:01.8850000Z</dcterms:modified>
</coreProperties>
</file>