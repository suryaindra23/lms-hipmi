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40b0a47884658" /><Relationship Type="http://schemas.openxmlformats.org/officeDocument/2006/relationships/extended-properties" Target="/docProps/app.xml" Id="Ra09a382610ff4e15" /><Relationship Type="http://schemas.openxmlformats.org/officeDocument/2006/relationships/officeDocument" Target="/ppt/presentation.xml" Id="Rd40cf6220f6b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537f0041b4643"/>
  </p:sldMasterIdLst>
  <p:notesMasterIdLst>
    <p:notesMasterId xmlns:r="http://schemas.openxmlformats.org/officeDocument/2006/relationships" r:id="R8fe2b8aac23049f1"/>
  </p:notesMasterIdLst>
  <p:sldIdLst>
    <p:sldId xmlns:r="http://schemas.openxmlformats.org/officeDocument/2006/relationships" id="256" r:id="Ra8ccd58a5b93422b"/>
    <p:sldId xmlns:r="http://schemas.openxmlformats.org/officeDocument/2006/relationships" id="257" r:id="Rc913d73755644f45"/>
    <p:sldId xmlns:r="http://schemas.openxmlformats.org/officeDocument/2006/relationships" id="258" r:id="Rc81e12a30b564a62"/>
    <p:sldId xmlns:r="http://schemas.openxmlformats.org/officeDocument/2006/relationships" id="259" r:id="R4cfc1268207f4c2d"/>
    <p:sldId xmlns:r="http://schemas.openxmlformats.org/officeDocument/2006/relationships" id="260" r:id="Rdf2550ac9619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ea23a6b704076" /><Relationship Type="http://schemas.openxmlformats.org/officeDocument/2006/relationships/slideMaster" Target="/ppt/slideMasters/slideMaster1.xml" Id="R371537f0041b4643" /><Relationship Type="http://schemas.openxmlformats.org/officeDocument/2006/relationships/notesMaster" Target="/ppt/notesMasters/notesMaster1.xml" Id="R8fe2b8aac23049f1" /><Relationship Type="http://schemas.openxmlformats.org/officeDocument/2006/relationships/presProps" Target="/ppt/presProps.xml" Id="R8e56083174d34ac3" /><Relationship Type="http://schemas.openxmlformats.org/officeDocument/2006/relationships/tableStyles" Target="/ppt/tableStyles.xml" Id="Re1e3a1fa83694964" /><Relationship Type="http://schemas.openxmlformats.org/officeDocument/2006/relationships/slide" Target="/ppt/slides/slide1.xml" Id="Ra8ccd58a5b93422b" /><Relationship Type="http://schemas.openxmlformats.org/officeDocument/2006/relationships/slide" Target="/ppt/slides/slide2.xml" Id="Rc913d73755644f45" /><Relationship Type="http://schemas.openxmlformats.org/officeDocument/2006/relationships/slide" Target="/ppt/slides/slide3.xml" Id="Rc81e12a30b564a62" /><Relationship Type="http://schemas.openxmlformats.org/officeDocument/2006/relationships/slide" Target="/ppt/slides/slide4.xml" Id="R4cfc1268207f4c2d" /><Relationship Type="http://schemas.openxmlformats.org/officeDocument/2006/relationships/slide" Target="/ppt/slides/slide5.xml" Id="Rdf2550ac9619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d0ff38839f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8d056016df4e1b" /><Relationship Type="http://schemas.openxmlformats.org/officeDocument/2006/relationships/notesMaster" Target="/ppt/notesMasters/notesMaster1.xml" Id="Rbce839d20bd84f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f088f181e4fd2" /><Relationship Type="http://schemas.openxmlformats.org/officeDocument/2006/relationships/notesMaster" Target="/ppt/notesMasters/notesMaster1.xml" Id="R22b222d71ae042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286562ea14f92" /><Relationship Type="http://schemas.openxmlformats.org/officeDocument/2006/relationships/notesMaster" Target="/ppt/notesMasters/notesMaster1.xml" Id="Rf11f0abe5f894f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68c446e3724881" /><Relationship Type="http://schemas.openxmlformats.org/officeDocument/2006/relationships/notesMaster" Target="/ppt/notesMasters/notesMaster1.xml" Id="R9fd8a9a625d442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03a92e929c4080" /><Relationship Type="http://schemas.openxmlformats.org/officeDocument/2006/relationships/notesMaster" Target="/ppt/notesMasters/notesMaster1.xml" Id="R938971b4170447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bcf2312974e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cc2ac2dbdd4aef" /><Relationship Type="http://schemas.openxmlformats.org/officeDocument/2006/relationships/slideLayout" Target="/ppt/slideLayouts/slideLayout1.xml" Id="R8fd9a13208cc4a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9a13208cc4a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eafea2adf488c" /><Relationship Type="http://schemas.openxmlformats.org/officeDocument/2006/relationships/notesSlide" Target="/ppt/notesSlides/notesSlide1.xml" Id="Re729726c606e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b8277eae4568" /><Relationship Type="http://schemas.openxmlformats.org/officeDocument/2006/relationships/notesSlide" Target="/ppt/notesSlides/notesSlide2.xml" Id="Rbb828d58f64b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7da217824747" /><Relationship Type="http://schemas.openxmlformats.org/officeDocument/2006/relationships/notesSlide" Target="/ppt/notesSlides/notesSlide3.xml" Id="R2a739fb24e724c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abdbebb2548e1" /><Relationship Type="http://schemas.openxmlformats.org/officeDocument/2006/relationships/notesSlide" Target="/ppt/notesSlides/notesSlide4.xml" Id="Ref610c383e2b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f80886e940d4" /><Relationship Type="http://schemas.openxmlformats.org/officeDocument/2006/relationships/notesSlide" Target="/ppt/notesSlides/notesSlide5.xml" Id="R87ac7895e84644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D54FE-C81B-4763-9A97-91EF75E4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2925E-E1EA-4360-B67E-25C6F473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2B64-E9FB-459E-8664-BEE3E4A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8F874-F242-4A83-9F70-942E319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A239-15AA-4B72-8A3D-77EB0EE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Affiliate 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30EC9-E30E-4D4A-BE7D-F50072F7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Membuat konten affiliate yang jujur, relevan, dan dapat diukur.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3103C-5CB8-4610-BE80-8D5A269A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50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12B43-3920-4C08-AFE7-7FC30E89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B9D72-C82D-441B-9180-EFA7F858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148487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F17D6-5659-4DBA-A475-0163FCD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450CD-B23D-4B98-9F66-D4CD5D3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2F6E2-DD2A-4C6B-9633-8D7E4BC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57987-B4F9-490D-A1BD-8D9FA26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FB8F-4C9D-481A-9172-DAE74C3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Memilih produk affiliate yang relevan dengan audiens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DCBD4-20F4-4E7B-A254-4BF2AE8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29520-EBDD-4D2F-997E-6188E5E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Menyampaikan kelebihan dan batasan produk secara jujur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0853E-DE4B-41EC-9A91-2BE8634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81FD6-A157-4EE2-9639-81E341D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Menggunakan metrik dasar untuk mengevaluasi konten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FA793-1592-478E-B483-2350C0DC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66B51-361F-4900-8117-2D6DBD8E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659917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567A3-CB98-4DCC-A6B4-1E17148A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577D2-E97B-41CF-B819-C989543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2B88-A81A-4BBF-9812-3384298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Konten affiliate dan transparansi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AE08-BB83-4744-B37D-49CF3933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Kesesuaian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9D983-7B8E-4632-B9F2-918AA63A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Produk perlu berhubungan dengan kebutuhan audiens dan dapat dijelaskan dengan pengalaman nyata.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17EF6-CCFE-4CC7-880E-30F68F09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Transparansi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3752-AB68-4F8C-8665-BFC99CD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Jelaskan hubungan affiliate dan hindari janji hasil yang tidak dapat dipastikan.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31267-CF19-477E-9232-8593705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Pengukuran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B8FA8-7599-4CCA-A70A-790E71E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Catat tayangan, klik, pesanan, dan pertanyaan agar keputusan berikutnya berbasis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AA62A-24CC-483A-86E7-591150C2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6E082-FCDE-4FDD-8119-64E1AA44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786110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D3769-CEB3-4032-8E89-96D01ED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750E2-0626-45A8-B4E3-E038053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27B2F-D98F-4CD8-BEEC-E797A2E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5495-AFAD-46F2-97A2-FE7C9497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Video affiliate 30 detik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9EA0D-98C5-4DA2-830F-92F84213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C2643-C5B7-4AD2-955D-1EE00D8B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produk yang dapat diuji atau diperagakan.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400C4-FE85-4612-8B37-ACBC1A0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B0076-F57E-4A85-BAA3-936EC62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naskah berdasarkan masalah, penggunaan, dan hasil.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4336-7430-4B0E-AE25-6BE36D6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5F427-4FDF-4328-9C1F-1334C611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Rekam video dengan penjelasan hubungan affiliate.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9AE4-B228-4F26-BA22-808BBE5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31442-0FA6-492E-B87F-03E9DEAE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Catat metrik selama tujuh hari dan tulis evaluasinya.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D0996-0293-4BD0-833F-5B1409C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CA799-2027-4B90-89D7-6246C6A6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772774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AE1F1-E08F-4EA0-83F2-71E67F7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9FEF3-83B5-4235-9334-0CFA1822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57516-0E74-411C-87F0-5C74636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E43C9-2E47-41E9-BEA0-57584FA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AAB88-209D-4BBB-AA37-74AC53E9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produk sesuai dengan kebutuhan audiens?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BE220-9BA1-4930-8B3C-23660465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18966-7596-4CA2-9AE3-EA0650C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konten menyebutkan batasan produk?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63E1B-BF70-4E92-97D8-46D23EC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7F7F7-E607-4510-9C96-439B071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Metrik apa yang menunjukkan minat paling nyata?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2A47D-AA87-48FC-9056-903CBE7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Affiliate marketing membutuhkan kepercayaan, transparansi, dan evaluasi hasil yang rutin.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17FDA-0718-45B6-A794-4A23958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6525C-437D-4B51-B3CA-3F5D71A8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404318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2026-09-24T12:36:17.7340000Z</dcterms:created>
  <dcterms:modified xsi:type="dcterms:W3CDTF">2026-09-24T12:36:17.7340000Z</dcterms:modified>
</coreProperties>
</file>