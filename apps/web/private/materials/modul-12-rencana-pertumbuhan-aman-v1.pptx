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1d002740a54e52" /><Relationship Type="http://schemas.openxmlformats.org/officeDocument/2006/relationships/extended-properties" Target="/docProps/app.xml" Id="R487c7adefe3d476c" /><Relationship Type="http://schemas.openxmlformats.org/officeDocument/2006/relationships/officeDocument" Target="/ppt/presentation.xml" Id="R48defb3e17764e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7a7ca2a0654834"/>
  </p:sldMasterIdLst>
  <p:notesMasterIdLst>
    <p:notesMasterId xmlns:r="http://schemas.openxmlformats.org/officeDocument/2006/relationships" r:id="R3d65d9f340dc4876"/>
  </p:notesMasterIdLst>
  <p:sldIdLst>
    <p:sldId xmlns:r="http://schemas.openxmlformats.org/officeDocument/2006/relationships" id="256" r:id="R4eb6e533ddee4676"/>
    <p:sldId xmlns:r="http://schemas.openxmlformats.org/officeDocument/2006/relationships" id="257" r:id="Rfa33464f18b44acd"/>
    <p:sldId xmlns:r="http://schemas.openxmlformats.org/officeDocument/2006/relationships" id="258" r:id="Refa188fc17444005"/>
    <p:sldId xmlns:r="http://schemas.openxmlformats.org/officeDocument/2006/relationships" id="259" r:id="R0264a84771f64b0b"/>
    <p:sldId xmlns:r="http://schemas.openxmlformats.org/officeDocument/2006/relationships" id="260" r:id="R511d80e311844b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79f161b0444826" /><Relationship Type="http://schemas.openxmlformats.org/officeDocument/2006/relationships/slideMaster" Target="/ppt/slideMasters/slideMaster1.xml" Id="Rdf7a7ca2a0654834" /><Relationship Type="http://schemas.openxmlformats.org/officeDocument/2006/relationships/notesMaster" Target="/ppt/notesMasters/notesMaster1.xml" Id="R3d65d9f340dc4876" /><Relationship Type="http://schemas.openxmlformats.org/officeDocument/2006/relationships/presProps" Target="/ppt/presProps.xml" Id="Rd7b92272cb024eb6" /><Relationship Type="http://schemas.openxmlformats.org/officeDocument/2006/relationships/tableStyles" Target="/ppt/tableStyles.xml" Id="R183c5ae878a54770" /><Relationship Type="http://schemas.openxmlformats.org/officeDocument/2006/relationships/slide" Target="/ppt/slides/slide1.xml" Id="R4eb6e533ddee4676" /><Relationship Type="http://schemas.openxmlformats.org/officeDocument/2006/relationships/slide" Target="/ppt/slides/slide2.xml" Id="Rfa33464f18b44acd" /><Relationship Type="http://schemas.openxmlformats.org/officeDocument/2006/relationships/slide" Target="/ppt/slides/slide3.xml" Id="Refa188fc17444005" /><Relationship Type="http://schemas.openxmlformats.org/officeDocument/2006/relationships/slide" Target="/ppt/slides/slide4.xml" Id="R0264a84771f64b0b" /><Relationship Type="http://schemas.openxmlformats.org/officeDocument/2006/relationships/slide" Target="/ppt/slides/slide5.xml" Id="R511d80e311844b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1db85587b442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8af9cec3724412" /><Relationship Type="http://schemas.openxmlformats.org/officeDocument/2006/relationships/notesMaster" Target="/ppt/notesMasters/notesMaster1.xml" Id="Raecb9f8f1eaf4d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8d41a1dded4a50" /><Relationship Type="http://schemas.openxmlformats.org/officeDocument/2006/relationships/notesMaster" Target="/ppt/notesMasters/notesMaster1.xml" Id="R63f9d7fa81a74c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a0e57bdfb94218" /><Relationship Type="http://schemas.openxmlformats.org/officeDocument/2006/relationships/notesMaster" Target="/ppt/notesMasters/notesMaster1.xml" Id="R005948dac17247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c4eb48dbb8497b" /><Relationship Type="http://schemas.openxmlformats.org/officeDocument/2006/relationships/notesMaster" Target="/ppt/notesMasters/notesMaster1.xml" Id="R327ccc9e58574e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c0ffbe69164ed7" /><Relationship Type="http://schemas.openxmlformats.org/officeDocument/2006/relationships/notesMaster" Target="/ppt/notesMasters/notesMaster1.xml" Id="R634a8268e10c46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232e058aa94d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278d4be1c04229" /><Relationship Type="http://schemas.openxmlformats.org/officeDocument/2006/relationships/slideLayout" Target="/ppt/slideLayouts/slideLayout1.xml" Id="R5e92e1f7e7ca41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92e1f7e7ca41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7f56026d34a30" /><Relationship Type="http://schemas.openxmlformats.org/officeDocument/2006/relationships/notesSlide" Target="/ppt/notesSlides/notesSlide1.xml" Id="R70723d1f3fcb4e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0a6dc0d524260" /><Relationship Type="http://schemas.openxmlformats.org/officeDocument/2006/relationships/notesSlide" Target="/ppt/notesSlides/notesSlide2.xml" Id="R472350c53bde49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a0e20a7c044fa" /><Relationship Type="http://schemas.openxmlformats.org/officeDocument/2006/relationships/notesSlide" Target="/ppt/notesSlides/notesSlide3.xml" Id="Rc2fb6c4bcdff4e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040eae0184500" /><Relationship Type="http://schemas.openxmlformats.org/officeDocument/2006/relationships/notesSlide" Target="/ppt/notesSlides/notesSlide4.xml" Id="Rc677af85666847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5c6ec5b774bbf" /><Relationship Type="http://schemas.openxmlformats.org/officeDocument/2006/relationships/notesSlide" Target="/ppt/notesSlides/notesSlide5.xml" Id="R51819b1d613b41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B4103-3A7B-4A5C-B7DE-03005894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AADEF-94B1-40DE-A80D-E862FB8F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rPr>
              <a:t>SUNRISE ACADEMY   /   MODUL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CA31B-9B4C-464B-A5BC-7AD3AAA6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ADVANCED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28930-17D2-46D4-B8FD-9974AB6D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428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0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0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373E0-9D23-4A2C-ABF2-E9068194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52550"/>
            <a:ext cx="7715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Rencana Pertumbuhan yang Aman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BE799-FD20-4980-9D4A-D66A9260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81350"/>
            <a:ext cx="714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DE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7DEEA"/>
                </a:solidFill>
                <a:latin typeface="Helvetica Neue"/>
                <a:ea typeface="Helvetica Neue"/>
                <a:cs typeface="Helvetica Neue"/>
              </a:rPr>
              <a:t>Menyusun target, pembagian kerja, dan kontrol risiko untuk mengembangkan usaha.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46DB0-ADF3-4AA9-98F9-BAD63EE1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10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55 menit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EFD97-F71A-4345-9B2C-1888A58C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CFD3F-7FAB-475A-80E6-69703272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3558111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13C66-231C-4115-9C68-2C4A3E46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1F109-A980-4DA7-AAA2-3D560971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HASIL BELAJAR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51DB3-0A27-4AF7-8682-665336B8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Setelah modul ini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6B05A-620B-400C-BC6B-CB004955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440F6-5B2D-45CF-A28B-7D9DD052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050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Menetapkan target usaha yang dapat diukur dalam 30 hari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FA8CE-04B1-450C-A4EC-BA7B1B60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BB4FC-5F20-4066-92E2-6D7CC9CC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051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Membagi kegiatan berdasarkan kapasitas waktu dan sumber daya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C79C5-1247-4329-9BAA-940EB921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0B34A-CEE9-499A-918A-B1EDF3AE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053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Menyusun kontrol untuk risiko akun, transaksi, dan layanan pelanggan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D3793-74DA-443E-B9E6-387D8715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A6AED-5CDA-4904-9C6D-1CFD0B6B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816473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E20C7-41B5-4A07-A931-06D63E30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9F9B7-47F7-4C70-AD49-9CFBA20F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KONSEP INTI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9C87D-21D4-4659-99E4-C14C924C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Target usaha dan pengendalian risiko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C0319-BD49-4989-952A-B28E8DA3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Target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11488-D74E-4EA3-BB8F-30C87438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669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Gunakan hasil yang dapat diperiksa, seperti jumlah pesanan, pelanggan kembali, atau waktu respons.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7C8C9-DC25-48DF-B841-A5CF158F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Kapasitas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69429-45DB-42B7-A0DE-E09F4F61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Sesuaikan promosi dengan stok, waktu produksi, dan kemampuan melayani pelanggan.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17A19-28F1-4147-8CD2-B9E99678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Kontrol risiko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72BD4-B6B0-42FD-A12B-7B56190C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Tetapkan akses akun, catatan transaksi, prosedur komplain, dan cadangan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64DA9-3F21-4C07-AEF9-E9BAE0ED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ECCD2-E6CC-4166-994F-FB0DCE62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9654745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B6A24-979E-4E50-B734-0679B951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C7DAD-88B8-4020-80E2-5E44D120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E3287-414A-4F25-BE7E-743E5904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PRAKTIK KELAS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0B9CB-D7B6-4730-9D3A-CF92C43A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Rencana usaha 30 hari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C0D35-D166-4CE6-8CD5-F1CCE75A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0AFD0-5861-4C13-AA2B-7713FC90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716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Tentukan satu target hasil dan kondisi awalnya.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551E2-4F79-4B02-8C92-D87E4CEB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5E729-F97A-439A-B44D-0B9C74B4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432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Bagi kegiatan menjadi empat minggu.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6E3C4-EE9A-4493-9115-94B32E7C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A4801-8C2E-4FBE-9C51-C375E0CC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Tetapkan penanggung jawab dan bukti penyelesaian.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48FCD-8B58-48CB-BA51-0B3ED538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B55E8-1075-4F6F-A593-5D3E6960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Daftar risiko utama beserta tindakan pencegahannya.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4062C-3ECC-4DA3-A503-E205D3DA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24064-1F57-4527-8278-EA93913E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6872841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5D569-3C73-4D0A-9688-58975F6C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rPr>
              <a:t>SUNRISE ACADEMY   /   MODUL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91B2E-E715-47C6-A5D8-083265D6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CEK PEMAHAMAN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F8923-AB23-4E19-885B-BB9565DF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Tiga pertanyaan sebelum lanjut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1AD6B-59C0-4339-848B-91319EF3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EC415-9D4A-4A19-97C4-D4B485E2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907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Apakah target dapat diperiksa pada akhir 30 hari?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0BA63-85DA-406A-9165-C9AF11D9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892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B49FE-6C89-48F0-A705-B60B4C88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71775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Apakah kapasitas usaha cukup untuk menerima pertumbuhan?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976AA-E436-4F39-B22E-1A5C3E45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A4455-AA97-4A73-83A2-7A3B8DA6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Risiko mana yang perlu dikendalikan sebelum promosi ditambah?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055FA-F9D1-428A-B952-443AEEC2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Pertumbuhan yang sehat mengikuti kapasitas usaha dan melindungi akun, transaksi, serta pelanggan.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B775D-E60C-460B-B041-A86AC793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7BE3B-C8A1-4D22-B253-B1E640C6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225019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2026-09-24T12:36:20.9700000Z</dcterms:created>
  <dcterms:modified xsi:type="dcterms:W3CDTF">2026-09-24T12:36:20.9700000Z</dcterms:modified>
</coreProperties>
</file>