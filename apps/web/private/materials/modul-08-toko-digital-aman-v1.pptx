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abf445b454f39" /><Relationship Type="http://schemas.openxmlformats.org/officeDocument/2006/relationships/extended-properties" Target="/docProps/app.xml" Id="Raf0eb33734654156" /><Relationship Type="http://schemas.openxmlformats.org/officeDocument/2006/relationships/officeDocument" Target="/ppt/presentation.xml" Id="R8bf38b00a695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740233dc14174"/>
  </p:sldMasterIdLst>
  <p:notesMasterIdLst>
    <p:notesMasterId xmlns:r="http://schemas.openxmlformats.org/officeDocument/2006/relationships" r:id="Rac5b0ae4e71541f4"/>
  </p:notesMasterIdLst>
  <p:sldIdLst>
    <p:sldId xmlns:r="http://schemas.openxmlformats.org/officeDocument/2006/relationships" id="256" r:id="Rd6ce5279258d4042"/>
    <p:sldId xmlns:r="http://schemas.openxmlformats.org/officeDocument/2006/relationships" id="257" r:id="Rde6c3a585e854b04"/>
    <p:sldId xmlns:r="http://schemas.openxmlformats.org/officeDocument/2006/relationships" id="258" r:id="Rac4db335dd924ad0"/>
    <p:sldId xmlns:r="http://schemas.openxmlformats.org/officeDocument/2006/relationships" id="259" r:id="R8fd8e71607824292"/>
    <p:sldId xmlns:r="http://schemas.openxmlformats.org/officeDocument/2006/relationships" id="260" r:id="Rfa24ecd0c2eb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c85f76e8b4181" /><Relationship Type="http://schemas.openxmlformats.org/officeDocument/2006/relationships/slideMaster" Target="/ppt/slideMasters/slideMaster1.xml" Id="Rd59740233dc14174" /><Relationship Type="http://schemas.openxmlformats.org/officeDocument/2006/relationships/notesMaster" Target="/ppt/notesMasters/notesMaster1.xml" Id="Rac5b0ae4e71541f4" /><Relationship Type="http://schemas.openxmlformats.org/officeDocument/2006/relationships/presProps" Target="/ppt/presProps.xml" Id="R273505a547c24f30" /><Relationship Type="http://schemas.openxmlformats.org/officeDocument/2006/relationships/tableStyles" Target="/ppt/tableStyles.xml" Id="R56cc22aab4e341d0" /><Relationship Type="http://schemas.openxmlformats.org/officeDocument/2006/relationships/slide" Target="/ppt/slides/slide1.xml" Id="Rd6ce5279258d4042" /><Relationship Type="http://schemas.openxmlformats.org/officeDocument/2006/relationships/slide" Target="/ppt/slides/slide2.xml" Id="Rde6c3a585e854b04" /><Relationship Type="http://schemas.openxmlformats.org/officeDocument/2006/relationships/slide" Target="/ppt/slides/slide3.xml" Id="Rac4db335dd924ad0" /><Relationship Type="http://schemas.openxmlformats.org/officeDocument/2006/relationships/slide" Target="/ppt/slides/slide4.xml" Id="R8fd8e71607824292" /><Relationship Type="http://schemas.openxmlformats.org/officeDocument/2006/relationships/slide" Target="/ppt/slides/slide5.xml" Id="Rfa24ecd0c2eb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b75afc35642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8540605f14457" /><Relationship Type="http://schemas.openxmlformats.org/officeDocument/2006/relationships/notesMaster" Target="/ppt/notesMasters/notesMaster1.xml" Id="R81080bc95a6c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98cceb7ab3444a" /><Relationship Type="http://schemas.openxmlformats.org/officeDocument/2006/relationships/notesMaster" Target="/ppt/notesMasters/notesMaster1.xml" Id="R5be57d28883e40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5d38415e104a71" /><Relationship Type="http://schemas.openxmlformats.org/officeDocument/2006/relationships/notesMaster" Target="/ppt/notesMasters/notesMaster1.xml" Id="R5d781ac334014a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91782b469a4169" /><Relationship Type="http://schemas.openxmlformats.org/officeDocument/2006/relationships/notesMaster" Target="/ppt/notesMasters/notesMaster1.xml" Id="R606b208b819f42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09492eadb1462d" /><Relationship Type="http://schemas.openxmlformats.org/officeDocument/2006/relationships/notesMaster" Target="/ppt/notesMasters/notesMaster1.xml" Id="Re788058f9aef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757fb978d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e5617835c54562" /><Relationship Type="http://schemas.openxmlformats.org/officeDocument/2006/relationships/slideLayout" Target="/ppt/slideLayouts/slideLayout1.xml" Id="R86d318fb76f9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318fb76f9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693ecdebc4f32" /><Relationship Type="http://schemas.openxmlformats.org/officeDocument/2006/relationships/notesSlide" Target="/ppt/notesSlides/notesSlide1.xml" Id="R5f66a10c9ea040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ba73c245d4333" /><Relationship Type="http://schemas.openxmlformats.org/officeDocument/2006/relationships/notesSlide" Target="/ppt/notesSlides/notesSlide2.xml" Id="R7e1f046a1b6b48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baadc94b0451a" /><Relationship Type="http://schemas.openxmlformats.org/officeDocument/2006/relationships/notesSlide" Target="/ppt/notesSlides/notesSlide3.xml" Id="R9598e16599b2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f2f027bf0457a" /><Relationship Type="http://schemas.openxmlformats.org/officeDocument/2006/relationships/notesSlide" Target="/ppt/notesSlides/notesSlide4.xml" Id="R2fa3d34a0df6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edf141e034364" /><Relationship Type="http://schemas.openxmlformats.org/officeDocument/2006/relationships/notesSlide" Target="/ppt/notesSlides/notesSlide5.xml" Id="R8ece9264cbb14e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89C17-F7FC-4AF8-A9E3-E4727DE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BC096-3DAF-41A2-96AF-DF3CABB0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14D77-0C27-47B8-9520-5D02B0B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6079A-0762-46F1-80BE-A185B08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4F908-DF24-4BA0-AF80-EB5B9ED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Toko Digital yang Aman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F04F4-BB43-4C4B-8777-CCE7190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Menyiapkan profil, katalog, pembayaran, dan operasional toko tanpa membuka data sensitif.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9BE5F-B0F3-41F6-973F-BC28D406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45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E77E9-0C5B-4E1E-80FB-A17A8BEB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D750-9A43-4989-A82D-7EE93FBB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642571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C224D-A9D7-4625-BD0B-43194BDF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2FDB5-57F9-4419-B27B-A355125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9997B-3181-40A6-83E1-7C0739E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778C7-614C-418E-BC29-117E3002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87330-BF7B-4AAC-967B-9281126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Melengkapi profil dan katalog toko secara konsisten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01407-E9CC-421E-8047-BFADA3AA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45E55-63C2-430C-A4CC-96BA5A0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Memisahkan informasi publik dari data akun yang sensitif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4925-E0D4-43C0-9F34-1EA8D44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23192-F38B-400B-A583-7A27CB6F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Menetapkan alur pesanan dan layanan pelanggan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B4602-5B9D-4E4B-8867-95C5AD2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BDEBA-0D8C-4C44-A690-6C38B0A2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334406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CBF71-E481-4447-AE8C-0CA4E53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E2162-A342-45BD-A70A-A43D9C31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54EF-30EE-423C-9777-AC2CFF1F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Profil dan operasional toko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867CE-891A-4A92-9A2D-058BF3A2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Profil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63DC4-9341-4B70-BF1B-A3EA8409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nama, deskripsi, jam layanan, dan kontak bisnis yang konsisten.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9BAE7-EE9F-4EFF-BBF6-7B313A4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A94B8-E845-4ED8-9300-418556C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Tentukan stok, waktu proses, pengiriman, dan cara menangani pertanyaan pelanggan.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FBCE6-F44C-441D-9A26-42F7B182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Keamanan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2EE55-17EE-4D12-B697-7B2961D7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Jangan membagikan kata sandi, PIN, OTP, cookie, atau data pembayaran pribadi.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D33CA-3F24-4052-9D15-55B53644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6F706-A0C2-43C8-A9DF-BE02207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3554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CA434-6AF7-4107-9F9A-DD04E1E1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79821-3536-45E2-8493-B45D828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98331-4FE2-4ED2-BD50-4F9591B9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32436-4FA6-4A86-9594-C5A7ECEC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Audit kesiapan toko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94863-8933-4C89-A99A-D1946DE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15E6F-DA58-4E8D-AD55-C58A7739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Periksa kelengkapan profil dan katalog.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BDD22-183B-429F-AC58-76173F95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A3521-B9F1-40FC-92F7-93CFE7DB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Uji alur pesanan dari pertanyaan sampai pengiriman.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2FFAF-D093-4C7E-B287-FB377B7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50B89-E34C-410C-B704-5685842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Aktifkan verifikasi akun yang tersedia.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86CD0-0332-4136-B7B4-874AAFB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CAF4B-B620-4012-89E4-88E7B69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Ambil bukti layar setelah memastikan data sensitif tidak terlihat.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3945B-DB98-4DD1-9C62-A8F9871C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C4939-7A57-47FB-9541-9118DE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340800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E553E-517C-456D-A0C8-0084BE28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D4CF5-7396-416B-8744-50DC665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09AB3-356C-43AA-AA2C-3BB440BA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93F9E-C8A5-45EE-89B6-464185F0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B1EAC-585B-49F6-A442-A9556DB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pelanggan memahami cara memesan?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C38E6-4D46-4023-A3F5-56C71F5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3383C-E47B-4AD1-8F64-9CB83C0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stok dan waktu proses sesuai kemampuan?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3F38-8536-4D2A-9370-3FA3644A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C995A-E885-4A8B-A2A0-C1344C9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bukti praktik bebas dari data sensitif?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13C07-3ED3-401E-AC55-6CAD28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Toko yang rapi perlu didukung alur kerja yang jelas dan kebiasaan menjaga keamanan akun.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AB4EF-66BA-48EA-9461-880E5F1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6EA2B-C667-4BB3-AD69-33B752D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452483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2026-09-24T12:36:14.4570000Z</dcterms:created>
  <dcterms:modified xsi:type="dcterms:W3CDTF">2026-09-24T12:36:14.4570000Z</dcterms:modified>
</coreProperties>
</file>