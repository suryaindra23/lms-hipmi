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05b4cac2e41c4" /><Relationship Type="http://schemas.openxmlformats.org/officeDocument/2006/relationships/extended-properties" Target="/docProps/app.xml" Id="Reb7142fee6a34c48" /><Relationship Type="http://schemas.openxmlformats.org/officeDocument/2006/relationships/officeDocument" Target="/ppt/presentation.xml" Id="R652b7a2d15e749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ca9b3246744e2"/>
  </p:sldMasterIdLst>
  <p:notesMasterIdLst>
    <p:notesMasterId xmlns:r="http://schemas.openxmlformats.org/officeDocument/2006/relationships" r:id="Rad93a3e447524961"/>
  </p:notesMasterIdLst>
  <p:sldIdLst>
    <p:sldId xmlns:r="http://schemas.openxmlformats.org/officeDocument/2006/relationships" id="256" r:id="R0d433036a8914ead"/>
    <p:sldId xmlns:r="http://schemas.openxmlformats.org/officeDocument/2006/relationships" id="257" r:id="Ra51076dbfc9244bb"/>
    <p:sldId xmlns:r="http://schemas.openxmlformats.org/officeDocument/2006/relationships" id="258" r:id="Ra87298b48dad47ab"/>
    <p:sldId xmlns:r="http://schemas.openxmlformats.org/officeDocument/2006/relationships" id="259" r:id="R481c5e429160480c"/>
    <p:sldId xmlns:r="http://schemas.openxmlformats.org/officeDocument/2006/relationships" id="260" r:id="R41eb4f7088b040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91057709674a92" /><Relationship Type="http://schemas.openxmlformats.org/officeDocument/2006/relationships/slideMaster" Target="/ppt/slideMasters/slideMaster1.xml" Id="Ra15ca9b3246744e2" /><Relationship Type="http://schemas.openxmlformats.org/officeDocument/2006/relationships/notesMaster" Target="/ppt/notesMasters/notesMaster1.xml" Id="Rad93a3e447524961" /><Relationship Type="http://schemas.openxmlformats.org/officeDocument/2006/relationships/presProps" Target="/ppt/presProps.xml" Id="R83893a4ea687492d" /><Relationship Type="http://schemas.openxmlformats.org/officeDocument/2006/relationships/tableStyles" Target="/ppt/tableStyles.xml" Id="R546488cd7823449b" /><Relationship Type="http://schemas.openxmlformats.org/officeDocument/2006/relationships/slide" Target="/ppt/slides/slide1.xml" Id="R0d433036a8914ead" /><Relationship Type="http://schemas.openxmlformats.org/officeDocument/2006/relationships/slide" Target="/ppt/slides/slide2.xml" Id="Ra51076dbfc9244bb" /><Relationship Type="http://schemas.openxmlformats.org/officeDocument/2006/relationships/slide" Target="/ppt/slides/slide3.xml" Id="Ra87298b48dad47ab" /><Relationship Type="http://schemas.openxmlformats.org/officeDocument/2006/relationships/slide" Target="/ppt/slides/slide4.xml" Id="R481c5e429160480c" /><Relationship Type="http://schemas.openxmlformats.org/officeDocument/2006/relationships/slide" Target="/ppt/slides/slide5.xml" Id="R41eb4f7088b040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6a2c1a9416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f05b1aa6d4452c" /><Relationship Type="http://schemas.openxmlformats.org/officeDocument/2006/relationships/notesMaster" Target="/ppt/notesMasters/notesMaster1.xml" Id="Rd576e518162a46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137719477e427d" /><Relationship Type="http://schemas.openxmlformats.org/officeDocument/2006/relationships/notesMaster" Target="/ppt/notesMasters/notesMaster1.xml" Id="R179337e52dd445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bb7024cf994c74" /><Relationship Type="http://schemas.openxmlformats.org/officeDocument/2006/relationships/notesMaster" Target="/ppt/notesMasters/notesMaster1.xml" Id="R9120e9b9bf5349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3dac480db44d7d" /><Relationship Type="http://schemas.openxmlformats.org/officeDocument/2006/relationships/notesMaster" Target="/ppt/notesMasters/notesMaster1.xml" Id="R0174b49d7c1a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58b61dc58f41e7" /><Relationship Type="http://schemas.openxmlformats.org/officeDocument/2006/relationships/notesMaster" Target="/ppt/notesMasters/notesMaster1.xml" Id="Re2c9d7e9c18242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2ebda6b7445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120265a3043be" /><Relationship Type="http://schemas.openxmlformats.org/officeDocument/2006/relationships/slideLayout" Target="/ppt/slideLayouts/slideLayout1.xml" Id="R1e2f4804647f4f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2f4804647f4f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80f3cbf284a4f" /><Relationship Type="http://schemas.openxmlformats.org/officeDocument/2006/relationships/notesSlide" Target="/ppt/notesSlides/notesSlide1.xml" Id="R51e6b0a005fd4d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2db3cfa904487" /><Relationship Type="http://schemas.openxmlformats.org/officeDocument/2006/relationships/notesSlide" Target="/ppt/notesSlides/notesSlide2.xml" Id="Reb25b25b6bcf47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bb0d48fbd4d70" /><Relationship Type="http://schemas.openxmlformats.org/officeDocument/2006/relationships/notesSlide" Target="/ppt/notesSlides/notesSlide3.xml" Id="Rc95bcef745f547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ad1a6d37c4ac9" /><Relationship Type="http://schemas.openxmlformats.org/officeDocument/2006/relationships/notesSlide" Target="/ppt/notesSlides/notesSlide4.xml" Id="Rfde12c9b23174d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4dc258f804e56" /><Relationship Type="http://schemas.openxmlformats.org/officeDocument/2006/relationships/notesSlide" Target="/ppt/notesSlides/notesSlide5.xml" Id="R7092511b4abe4b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94D8B-A255-4640-B5AE-6372798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02E7A-6802-4B6B-AC5F-2B8F98A0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9791E-DE47-4A10-A336-D7340A51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82AB0-6965-42A0-B69B-1CA62C9C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6F47B-B0F9-4954-A110-B75E13A8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Konten Promosi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89AF8-32A0-4EB6-AA64-0B49D8B4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Merencanakan konten yang membantu pelanggan memahami produk.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C55DA-FE25-4123-BA72-8431F44D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40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8C699-E89F-409E-9C1D-4D536E86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97ABB-AB44-436A-81BD-0CAA4290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99356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6A4C3-4A68-45BD-AD63-1C91DE2C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53975-E62F-47A0-B184-7832A0B9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DFEF7-DC09-471A-9D66-BB73D39B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AD689-5C0D-4B14-873C-C5B40D4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2DBC7-3653-4D51-8B85-8720728E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Menentukan satu tujuan untuk setiap konten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3B681-4909-49FC-A367-C0DD3263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B107C-3A83-4931-B0A1-4D133010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Menyusun pembuka yang relevan dengan masalah pelanggan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5CCA8-C1F3-4B20-92BB-C11A1E41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7AB81-F102-4B8C-A9F9-BAFC8E7C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Menulis ajakan yang sesuai dengan tahap keputusan pelanggan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70E56-644F-4E89-AC4A-5852D064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32628-B998-46E5-AF8F-05E5ADC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1365431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17DD7-59FF-470B-8014-CF8B42B6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0DB99-4A99-4496-B929-3F495DB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C1CC6-2734-426B-A519-1A7CFB0B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Tujuan dan struktur konten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3E1A9-0042-45F7-9838-1F0A803F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Tujuan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26E3F-C273-4F7D-A14F-8B4E67C7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Satu konten sebaiknya berfokus pada mengenalkan, menjelaskan, atau mengajak membeli.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9FFA9-5387-4AB6-BBBE-B412F6AF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Pesan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A25CA-9B09-4ABF-8CB7-5DAEBEB3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Gunakan satu gagasan utama agar pelanggan cepat memahami isi konten.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BE9E7-2B21-4D6B-82C7-BAD55ABE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Ajakan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5AFBB-B78C-434A-AE9C-66B97141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Tutup dengan tindakan yang masuk akal, seperti bertanya, menyimpan, atau membeli.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D6264-62E1-404F-9CE5-89E208A0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D2959-772F-4449-9790-647C1D95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1936960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B4CB2-3479-4A3D-90C2-A55EDA05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24ADB-C83E-416D-8D7B-1C76EA27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58E86-CF4F-4D44-8CB9-7A81DC01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0FA41-F929-4977-9ED4-03D079E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Kalender konten tujuh hari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38B9D-70C0-4BC5-A6E3-EB0330E9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93F86-646B-4799-B5C0-92155A97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Pilih satu tujuan konten untuk setiap hari.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6336F-D794-4006-BB9D-5CBC15F4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94B88-4957-47A4-B682-271B726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Tentukan masalah pelanggan yang akan dibahas.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E79F5-BF23-4592-A45B-A6183877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9DEAA-4D58-41A5-9F3A-F5C3AA88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Tulis pembuka dan pesan utama dalam dua kalimat.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AEDD8-0344-4F88-8EF8-9C462298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A62FC-3A23-4703-A0BE-5C4991B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Tambahkan ajakan yang sesuai dengan isi konten.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879F0-5B00-4CF3-B534-3D9C85B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F9F49-ED0F-4A8C-8D2A-AD66CC39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1764979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DF737-2A00-49AD-A603-F483747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3E8B3-4863-4848-88FE-0F00DD1A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14A97-1F61-4F09-A123-5D04D953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92536-9C23-44D9-A4B8-4359969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E5725-4B5B-4FA1-8F02-F5BE2249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setiap konten hanya memiliki satu tujuan?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8C4FE-6BE0-4518-BB56-CE47B246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984C8-813E-4C67-9FA4-37EA22D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pembuka berhubungan dengan masalah pelanggan?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13E77-2371-45CF-B208-6957DA67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DA628-5908-4E07-ABC6-B36AA62E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ajakan terasa wajar setelah membaca konten?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D790E-572E-4918-B55F-764DFFF8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Konten promosi membantu pelanggan memahami produk sebelum meminta mereka membeli.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DA48E-20AF-40DB-8A9F-2617717B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90300-D8B4-45AA-90B5-F262C1FA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201172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2026-09-24T12:36:09.3950000Z</dcterms:created>
  <dcterms:modified xsi:type="dcterms:W3CDTF">2026-09-24T12:36:09.3950000Z</dcterms:modified>
</coreProperties>
</file>