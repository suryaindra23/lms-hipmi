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c2155d49bc4be2" /><Relationship Type="http://schemas.openxmlformats.org/officeDocument/2006/relationships/extended-properties" Target="/docProps/app.xml" Id="Rcef89aafdb5a4805" /><Relationship Type="http://schemas.openxmlformats.org/officeDocument/2006/relationships/officeDocument" Target="/ppt/presentation.xml" Id="Rfb0ef36eb4db4f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a56bd56a7e411c"/>
  </p:sldMasterIdLst>
  <p:notesMasterIdLst>
    <p:notesMasterId xmlns:r="http://schemas.openxmlformats.org/officeDocument/2006/relationships" r:id="R7c5b933a901147d0"/>
  </p:notesMasterIdLst>
  <p:sldIdLst>
    <p:sldId xmlns:r="http://schemas.openxmlformats.org/officeDocument/2006/relationships" id="256" r:id="Rd234338eba1e40ef"/>
    <p:sldId xmlns:r="http://schemas.openxmlformats.org/officeDocument/2006/relationships" id="257" r:id="Rd60e411f4a674501"/>
    <p:sldId xmlns:r="http://schemas.openxmlformats.org/officeDocument/2006/relationships" id="258" r:id="R908606d3bf944475"/>
    <p:sldId xmlns:r="http://schemas.openxmlformats.org/officeDocument/2006/relationships" id="259" r:id="Re5367ef82e1f4a02"/>
    <p:sldId xmlns:r="http://schemas.openxmlformats.org/officeDocument/2006/relationships" id="260" r:id="Rdc906658aa8f4b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02f15b91e044ca" /><Relationship Type="http://schemas.openxmlformats.org/officeDocument/2006/relationships/slideMaster" Target="/ppt/slideMasters/slideMaster1.xml" Id="R04a56bd56a7e411c" /><Relationship Type="http://schemas.openxmlformats.org/officeDocument/2006/relationships/notesMaster" Target="/ppt/notesMasters/notesMaster1.xml" Id="R7c5b933a901147d0" /><Relationship Type="http://schemas.openxmlformats.org/officeDocument/2006/relationships/presProps" Target="/ppt/presProps.xml" Id="Rea8389c4bfea4f50" /><Relationship Type="http://schemas.openxmlformats.org/officeDocument/2006/relationships/tableStyles" Target="/ppt/tableStyles.xml" Id="Ra5a5d99421184913" /><Relationship Type="http://schemas.openxmlformats.org/officeDocument/2006/relationships/slide" Target="/ppt/slides/slide1.xml" Id="Rd234338eba1e40ef" /><Relationship Type="http://schemas.openxmlformats.org/officeDocument/2006/relationships/slide" Target="/ppt/slides/slide2.xml" Id="Rd60e411f4a674501" /><Relationship Type="http://schemas.openxmlformats.org/officeDocument/2006/relationships/slide" Target="/ppt/slides/slide3.xml" Id="R908606d3bf944475" /><Relationship Type="http://schemas.openxmlformats.org/officeDocument/2006/relationships/slide" Target="/ppt/slides/slide4.xml" Id="Re5367ef82e1f4a02" /><Relationship Type="http://schemas.openxmlformats.org/officeDocument/2006/relationships/slide" Target="/ppt/slides/slide5.xml" Id="Rdc906658aa8f4b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bc14b8578343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358f85fed647ce" /><Relationship Type="http://schemas.openxmlformats.org/officeDocument/2006/relationships/notesMaster" Target="/ppt/notesMasters/notesMaster1.xml" Id="Rfececce029e542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3b477e22014548" /><Relationship Type="http://schemas.openxmlformats.org/officeDocument/2006/relationships/notesMaster" Target="/ppt/notesMasters/notesMaster1.xml" Id="R608ca78f1c854c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1132774a1042eb" /><Relationship Type="http://schemas.openxmlformats.org/officeDocument/2006/relationships/notesMaster" Target="/ppt/notesMasters/notesMaster1.xml" Id="R63cfe88d39a743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91577e8e4d4c3d" /><Relationship Type="http://schemas.openxmlformats.org/officeDocument/2006/relationships/notesMaster" Target="/ppt/notesMasters/notesMaster1.xml" Id="R2510d2a1926e4c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4e75692da74d05" /><Relationship Type="http://schemas.openxmlformats.org/officeDocument/2006/relationships/notesMaster" Target="/ppt/notesMasters/notesMaster1.xml" Id="Rb1b69eab62a04f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d563af4a3247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73826154014ab1" /><Relationship Type="http://schemas.openxmlformats.org/officeDocument/2006/relationships/slideLayout" Target="/ppt/slideLayouts/slideLayout1.xml" Id="R35142843640b4c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142843640b4c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ee299debe4005" /><Relationship Type="http://schemas.openxmlformats.org/officeDocument/2006/relationships/notesSlide" Target="/ppt/notesSlides/notesSlide1.xml" Id="Re95b1c2fa3424b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c0fc400624408" /><Relationship Type="http://schemas.openxmlformats.org/officeDocument/2006/relationships/notesSlide" Target="/ppt/notesSlides/notesSlide2.xml" Id="R6cb23c3f7e6540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d5378103449ff" /><Relationship Type="http://schemas.openxmlformats.org/officeDocument/2006/relationships/notesSlide" Target="/ppt/notesSlides/notesSlide3.xml" Id="Rfccab54789c442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88d837df84558" /><Relationship Type="http://schemas.openxmlformats.org/officeDocument/2006/relationships/notesSlide" Target="/ppt/notesSlides/notesSlide4.xml" Id="R32007a75179d41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d8c974ff94e68" /><Relationship Type="http://schemas.openxmlformats.org/officeDocument/2006/relationships/notesSlide" Target="/ppt/notesSlides/notesSlide5.xml" Id="R87916c02463147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7698B-E0C4-4107-841A-78E53F8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B6B60-B14C-40D3-9B70-0976D27D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rPr>
              <a:t>SUNRISE ACADEMY   /   MODUL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F6C5B-559D-4B5C-BD09-9242F7DC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B2FB0-8D90-4522-B1C2-202B20A4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2428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0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0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7FA01-D763-40EC-BD8B-46B5A3C1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52550"/>
            <a:ext cx="7715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Copywriting Dasar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D0227-29EC-4109-8584-8C8C2332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81350"/>
            <a:ext cx="714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DE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7DEEA"/>
                </a:solidFill>
                <a:latin typeface="Helvetica Neue"/>
                <a:ea typeface="Helvetica Neue"/>
                <a:cs typeface="Helvetica Neue"/>
              </a:rPr>
              <a:t>Menulis judul dan deskripsi produk yang jelas, jujur, dan mudah dicari.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1DB16-FEFC-4730-A761-4C7DF17D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101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35 menit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7670C-B3D3-4956-9479-B80CCECF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88BFF-12AF-41A7-969A-52E908F2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 / 12</a:t>
            </a:r>
          </a:p>
        </p:txBody>
      </p:sp>
    </p:spTree>
    <p:extLst>
      <p:ext uri="{BB962C8B-B14F-4D97-AF65-F5344CB8AC3E}">
        <p14:creationId xmlns:p14="http://schemas.microsoft.com/office/powerpoint/2010/main" val="14630569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AA574-706A-421A-911D-B77C3A2F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6D861-FD51-419A-800F-F0AF7D68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HASIL BELAJAR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7DA77-9F1B-404C-A3B0-BBAC2C97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Setelah modul ini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1361A-6C57-4740-9A65-D2C30562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06304-D534-4969-B42E-3BAA4B20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0500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Menulis judul produk yang spesifik dan mudah dipahami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61010-C9C5-4C3A-824D-96F8B264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FF7B6-8D43-496F-8A54-1D7D3B96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051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Menyusun deskripsi berdasarkan kebutuhan pelanggan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BD161-CE01-42D7-B09B-D60B34CA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B4311-7E0B-4893-92E2-D11AD12C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0530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Menghindari klaim yang tidak dapat dibuktikan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30D1F-DA7A-452F-84EB-B6333B56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E4F6E-5B16-45D8-BFE0-A152E018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7 / 12</a:t>
            </a:r>
          </a:p>
        </p:txBody>
      </p:sp>
    </p:spTree>
    <p:extLst>
      <p:ext uri="{BB962C8B-B14F-4D97-AF65-F5344CB8AC3E}">
        <p14:creationId xmlns:p14="http://schemas.microsoft.com/office/powerpoint/2010/main" val="10765957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D3CBDA-C2FC-4F26-B00E-12588496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0B912-4DD2-4038-8BE5-0DCBEFA2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KONSEP INTI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2769A-E59C-415B-8FDA-659C4967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Judul dan deskripsi yang membantu pembeli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CC8D0-79B2-417A-A15C-34F47F44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Judul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F4E80-DCC9-445E-969F-30B96221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669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Masukkan nama produk, ciri utama, dan konteks penggunaan tanpa menumpuk kata.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50C37-FF89-4139-95D6-5CEAAFC6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Deskripsi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A0228-6264-458D-8DDC-C16FC467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623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Mulai dari manfaat utama, lalu jelaskan isi, ukuran, cara pakai, dan batasan.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27DB8-D822-4A4D-9E24-F28350E2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Bukti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FD774-A57E-4B38-9A8D-6244AB90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577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Gunakan bahan, ukuran, proses, atau hasil uji yang dapat diperiksa.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0232A-BF71-4B3E-A30F-D2AC9CE6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F0250-A348-4EC7-970F-19FEEE2F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7 / 12</a:t>
            </a:r>
          </a:p>
        </p:txBody>
      </p:sp>
    </p:spTree>
    <p:extLst>
      <p:ext uri="{BB962C8B-B14F-4D97-AF65-F5344CB8AC3E}">
        <p14:creationId xmlns:p14="http://schemas.microsoft.com/office/powerpoint/2010/main" val="18536465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324A27-44F7-46D0-A2D9-886317B8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C87D8-FF22-4274-980B-BD7B85E8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99E91-2392-4B74-BCF6-DBA76BBA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PRAKTIK KELAS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03EDF-01B4-4A0C-A5D2-C69570AD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Perbaikan halaman produk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BE685-A1E4-4A2A-A9F0-D894056E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5578F-6E5F-41CC-B8BD-5E21E806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716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Pilih satu produk yang sudah memiliki deskripsi.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90905-601C-481D-80B9-950EF7D6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CA3CE-1D26-4554-A463-1D7D5757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432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Tandai bagian yang masih umum atau sulit dipahami.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93D92-3128-4C4F-AAC6-657A4370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E61C2-9E5F-4CE5-B2D8-D97A2C2D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Tulis ulang judul dan deskripsi dengan informasi yang terukur.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15CBB-C3C4-44C2-ABF4-34485074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4EB223-23AB-45ED-91A0-D9FA818B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Minta teman menemukan harga, manfaat, dan cara pakai dalam 30 detik.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C2B0F-7D92-4E01-A0A9-03D0FBD5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AC7F4-6D0C-4566-90B7-871A9287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7 / 12</a:t>
            </a:r>
          </a:p>
        </p:txBody>
      </p:sp>
    </p:spTree>
    <p:extLst>
      <p:ext uri="{BB962C8B-B14F-4D97-AF65-F5344CB8AC3E}">
        <p14:creationId xmlns:p14="http://schemas.microsoft.com/office/powerpoint/2010/main" val="18626402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797DF5-7278-414B-9208-5006711E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rPr>
              <a:t>SUNRISE ACADEMY   /   MODUL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50A84-40C0-4E93-8E2E-194377BB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CEK PEMAHAMAN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8E32F-27C0-49E0-A45D-0BEA4380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Tiga pertanyaan sebelum lanjut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E5C5D-C299-4E03-A4CB-4084CCFF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D4E12-CC16-492F-ACED-B404AFA1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907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Apakah judul menjelaskan produk tanpa kata berlebihan?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1F964-C868-4C11-9966-DAFD776D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2892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7FE00-16BF-4668-A56B-8DB1FE37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71775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Apakah pembeli dapat menemukan informasi penting dengan cepat?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F7AC9-3CDA-4003-813E-0844AABE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6A6A6-1539-40F1-A529-E4913ADF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Apakah setiap klaim memiliki bukti yang jelas?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5EAE1-7CAF-41F5-B12A-5A61FF9F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Copywriting yang kuat memudahkan pelanggan mengambil keputusan berdasarkan informasi yang jelas.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E223A-1A20-4E3A-B66C-12F771EA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EEFDB2-E0A4-44B2-B5BB-865F068C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 / 12</a:t>
            </a:r>
          </a:p>
        </p:txBody>
      </p:sp>
    </p:spTree>
    <p:extLst>
      <p:ext uri="{BB962C8B-B14F-4D97-AF65-F5344CB8AC3E}">
        <p14:creationId xmlns:p14="http://schemas.microsoft.com/office/powerpoint/2010/main" val="615391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2026-09-24T12:36:12.7500000Z</dcterms:created>
  <dcterms:modified xsi:type="dcterms:W3CDTF">2026-09-24T12:36:12.7500000Z</dcterms:modified>
</coreProperties>
</file>