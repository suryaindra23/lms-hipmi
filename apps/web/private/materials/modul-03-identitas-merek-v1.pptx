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bdec4155854b18" /><Relationship Type="http://schemas.openxmlformats.org/officeDocument/2006/relationships/extended-properties" Target="/docProps/app.xml" Id="R9621004a09354f07" /><Relationship Type="http://schemas.openxmlformats.org/officeDocument/2006/relationships/officeDocument" Target="/ppt/presentation.xml" Id="Rf9335335e09143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2a70b0e82b4f6d"/>
  </p:sldMasterIdLst>
  <p:notesMasterIdLst>
    <p:notesMasterId xmlns:r="http://schemas.openxmlformats.org/officeDocument/2006/relationships" r:id="R0043f957ff3441bb"/>
  </p:notesMasterIdLst>
  <p:sldIdLst>
    <p:sldId xmlns:r="http://schemas.openxmlformats.org/officeDocument/2006/relationships" id="256" r:id="R4fea5392188f45fc"/>
    <p:sldId xmlns:r="http://schemas.openxmlformats.org/officeDocument/2006/relationships" id="257" r:id="R88a30ccb7656411c"/>
    <p:sldId xmlns:r="http://schemas.openxmlformats.org/officeDocument/2006/relationships" id="258" r:id="R9d64cde539424e10"/>
    <p:sldId xmlns:r="http://schemas.openxmlformats.org/officeDocument/2006/relationships" id="259" r:id="R7426854b14864c79"/>
    <p:sldId xmlns:r="http://schemas.openxmlformats.org/officeDocument/2006/relationships" id="260" r:id="Rcbad36d2990348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66e0e65c8c480e" /><Relationship Type="http://schemas.openxmlformats.org/officeDocument/2006/relationships/slideMaster" Target="/ppt/slideMasters/slideMaster1.xml" Id="R1d2a70b0e82b4f6d" /><Relationship Type="http://schemas.openxmlformats.org/officeDocument/2006/relationships/notesMaster" Target="/ppt/notesMasters/notesMaster1.xml" Id="R0043f957ff3441bb" /><Relationship Type="http://schemas.openxmlformats.org/officeDocument/2006/relationships/presProps" Target="/ppt/presProps.xml" Id="Reabb969a613d4ec2" /><Relationship Type="http://schemas.openxmlformats.org/officeDocument/2006/relationships/tableStyles" Target="/ppt/tableStyles.xml" Id="R53f8c47ad678428c" /><Relationship Type="http://schemas.openxmlformats.org/officeDocument/2006/relationships/slide" Target="/ppt/slides/slide1.xml" Id="R4fea5392188f45fc" /><Relationship Type="http://schemas.openxmlformats.org/officeDocument/2006/relationships/slide" Target="/ppt/slides/slide2.xml" Id="R88a30ccb7656411c" /><Relationship Type="http://schemas.openxmlformats.org/officeDocument/2006/relationships/slide" Target="/ppt/slides/slide3.xml" Id="R9d64cde539424e10" /><Relationship Type="http://schemas.openxmlformats.org/officeDocument/2006/relationships/slide" Target="/ppt/slides/slide4.xml" Id="R7426854b14864c79" /><Relationship Type="http://schemas.openxmlformats.org/officeDocument/2006/relationships/slide" Target="/ppt/slides/slide5.xml" Id="Rcbad36d2990348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cc2138271349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baea7886c74906" /><Relationship Type="http://schemas.openxmlformats.org/officeDocument/2006/relationships/notesMaster" Target="/ppt/notesMasters/notesMaster1.xml" Id="R4461c9820b244f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186dfb4105451a" /><Relationship Type="http://schemas.openxmlformats.org/officeDocument/2006/relationships/notesMaster" Target="/ppt/notesMasters/notesMaster1.xml" Id="Rbc652b5b13294d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85262f979e4994" /><Relationship Type="http://schemas.openxmlformats.org/officeDocument/2006/relationships/notesMaster" Target="/ppt/notesMasters/notesMaster1.xml" Id="Rfa55a18c0f454e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044fff16244ced" /><Relationship Type="http://schemas.openxmlformats.org/officeDocument/2006/relationships/notesMaster" Target="/ppt/notesMasters/notesMaster1.xml" Id="R406023e2b8f544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4d6c664a5b4b31" /><Relationship Type="http://schemas.openxmlformats.org/officeDocument/2006/relationships/notesMaster" Target="/ppt/notesMasters/notesMaster1.xml" Id="R82d23c57587245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d7bcc931749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496be467b14876" /><Relationship Type="http://schemas.openxmlformats.org/officeDocument/2006/relationships/slideLayout" Target="/ppt/slideLayouts/slideLayout1.xml" Id="R0e8d6dae693745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8d6dae693745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dba398389486d" /><Relationship Type="http://schemas.openxmlformats.org/officeDocument/2006/relationships/notesSlide" Target="/ppt/notesSlides/notesSlide1.xml" Id="R660e5568da0248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b960b6fcf480e" /><Relationship Type="http://schemas.openxmlformats.org/officeDocument/2006/relationships/notesSlide" Target="/ppt/notesSlides/notesSlide2.xml" Id="Rd743c896466248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7dfc4cedc48e6" /><Relationship Type="http://schemas.openxmlformats.org/officeDocument/2006/relationships/notesSlide" Target="/ppt/notesSlides/notesSlide3.xml" Id="R0b13c27323584a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4e1062131483f" /><Relationship Type="http://schemas.openxmlformats.org/officeDocument/2006/relationships/notesSlide" Target="/ppt/notesSlides/notesSlide4.xml" Id="R453c1aa693644f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ca05e6f4d4d6e" /><Relationship Type="http://schemas.openxmlformats.org/officeDocument/2006/relationships/notesSlide" Target="/ppt/notesSlides/notesSlide5.xml" Id="R958f31fcd08e44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7A4B3-224E-45BA-9F09-EC88A480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D3DB4-D6B1-487B-A46A-E7851FAC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091ED-C9ED-4AE6-8323-FB13980A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E2CA4-1064-4858-8517-F18DCD84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28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0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FD3EA-48AE-4551-AD2E-057BB35E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771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Identitas Merek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EC7E4-398A-4B0E-A7B1-CABAB140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714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7DEEA"/>
                </a:solidFill>
                <a:latin typeface="Helvetica Neue"/>
                <a:ea typeface="Helvetica Neue"/>
                <a:cs typeface="Helvetica Neue"/>
              </a:rPr>
              <a:t>Membangun nama, karakter, dan tampilan usaha yang mudah dikenali.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02267-DBE5-4A91-8664-9DA82999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101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35 menit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7AD61-75BF-452B-B041-C682346D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8260A-2741-470E-85C0-34F427CA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2647799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4C59E-19A4-47C3-BEBB-477003DD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F6F9C-0B4C-4D96-8DC4-C1E6F6EE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HASIL BELAJAR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723C3-F452-4A64-8E14-FD34C4E4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Setelah modul ini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B46F8-9EE6-477D-A8A6-41B8C3E7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4C50B-02E5-4861-914D-585F563B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050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Menentukan karakter merek yang sesuai dengan pelanggan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4B5E0-7624-4096-910A-B1C5864D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A10EE-70D0-4019-A8AC-E9AC166C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051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Membuat nama usaha yang mudah dibaca dan diingat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FEFA7-5427-40F7-913B-88E34BF5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E9C80-B250-4B89-9308-B0149B32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0530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Memakai warna dan gaya bahasa secara konsisten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F492F-2A6D-416D-A972-D67C753F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6E146-2692-491A-833C-9B4784C0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1144569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11405-846C-4D24-996E-AC4D36C1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81050-D0DA-4077-98AF-50AB31DA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KONSEP 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367FA-37FB-4881-B0B4-BB902723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Nama dan karakter merek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3BB69-BBBB-47CE-ACC9-47B729E0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Posisi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022DF-E619-408F-B33C-FCAAC15B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Merek perlu menjawab siapa yang dilayani dan alasan produk pantas dipilih.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CD121-9828-4121-BA95-4365A7A1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Karakter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F81B6-BF94-4092-8EED-16115978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Pilih sifat yang terasa nyata, misalnya ramah, praktis, atau berani.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A9FA5-2180-443C-8B4F-6CAE4516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Konsistensi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00C84-60A9-4977-8B00-8F746462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Gunakan nama, warna, foto, dan gaya bahasa yang seragam di setiap kanal.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1172E-4CA9-4D91-873E-2141A1C6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36874-4D41-4725-934A-09716C66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14575790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7BA18-8A60-458B-BA8D-97CDED83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66ED3-98E5-4D9E-8675-AA4B7C26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SUNRISE ACADEMY   /   MODUL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415D9-16DA-45A3-BAD3-F70D78FD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PRAKTIK KELAS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D6E80-CF32-40B9-AB26-E220F5B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Papan identitas merek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1A611-1042-41C4-AB4D-F2E4E34E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F3FF9-E281-48EB-9634-CCC50523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716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Tulis tiga pilihan nama usaha.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47E71-F425-41E8-9139-374D9CC1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7DD6A-B52F-4A1D-A370-60F690D6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32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Pilih dua sifat yang menggambarkan merek.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78361-9141-4F31-830F-5FE5E04C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49445-DCDD-489B-9E7A-51EF41E8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Tentukan dua warna utama dan satu gaya bahasa.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D77AB-8136-4F47-8334-887C29D6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2D8DD-F33A-4883-B2B8-D2F19131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Minta tiga orang menyebut kesan pertama mereka.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C6B3E-8810-4088-8522-1A6ADCE8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67A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B4B01-FCE4-4384-8551-0928CE53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6332952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DE8EE-7972-4293-928A-4190212E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D7B5"/>
                </a:solidFill>
                <a:latin typeface="Helvetica Neue"/>
                <a:ea typeface="Helvetica Neue"/>
                <a:cs typeface="Helvetica Neue"/>
              </a:rPr>
              <a:t>SUNRISE ACADEMY   /   MODUL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37121-B551-48FB-9DA7-E5AB3FD4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6C030-1A5A-4D81-9C8D-3FC3922F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Tiga pertanyaan sebelum lanjut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57DCC-3E01-4A60-B7AB-35A622C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C0D7C-453B-49C7-98F5-20D0E2E6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07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nama mudah dibaca dalam sekali lihat?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9C62F-03C0-442B-BB47-A7C49A56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D8D05-2AC0-473A-91D4-9DBB8DF5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Apakah karakter merek sesuai dengan pelanggan?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75507-0CB6-476E-BC8A-7F2F006A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BBF24"/>
                </a:solidFill>
                <a:latin typeface="Helvetica Neue"/>
                <a:ea typeface="Helvetica Neue"/>
                <a:cs typeface="Helvetica Neue"/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E4E69-85DD-4B00-BF65-E2DE1D20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1F8"/>
                </a:solidFill>
                <a:latin typeface="Helvetica Neue"/>
                <a:ea typeface="Helvetica Neue"/>
                <a:cs typeface="Helvetica Neue"/>
              </a:rPr>
              <a:t>Bagian mana yang masih terasa tidak konsisten?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F5747-EC27-4DAB-9BC8-F4B3F73E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97316"/>
                </a:solidFill>
                <a:latin typeface="Helvetica Neue"/>
                <a:ea typeface="Helvetica Neue"/>
                <a:cs typeface="Helvetica Neue"/>
              </a:rPr>
              <a:t>Identitas yang konsisten membuat usaha lebih mudah dikenali dan dipercaya.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14DC4-3F53-4EE3-9F86-2642812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B8C4D8"/>
                </a:solidFill>
                <a:latin typeface="Helvetica Neue"/>
                <a:ea typeface="Helvetica Neue"/>
                <a:cs typeface="Helvetica Neue"/>
              </a:rPr>
              <a:t>Digital Marketing &amp; Affiliate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AE04B-1C56-4006-AD53-1D3A0BB9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1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 / 12</a:t>
            </a:r>
          </a:p>
        </p:txBody>
      </p:sp>
    </p:spTree>
    <p:extLst>
      <p:ext uri="{BB962C8B-B14F-4D97-AF65-F5344CB8AC3E}">
        <p14:creationId xmlns:p14="http://schemas.microsoft.com/office/powerpoint/2010/main" val="2136145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2026-09-24T12:36:06.0430000Z</dcterms:created>
  <dcterms:modified xsi:type="dcterms:W3CDTF">2026-09-24T12:36:06.0430000Z</dcterms:modified>
</coreProperties>
</file>